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63" r:id="rId4"/>
    <p:sldId id="264" r:id="rId5"/>
    <p:sldId id="266" r:id="rId6"/>
    <p:sldId id="272" r:id="rId7"/>
    <p:sldId id="267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31A8-2884-4A39-979E-97AD27C42D99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48CD7-BE6B-4A16-AD89-5B4AA55D07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64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啟動時自動建立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設定為最低優先權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執行無限迴圈，當沒有其他可執行程序時運作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目的是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填補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空閒時間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“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8CD7-BE6B-4A16-AD89-5B4AA55D07E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80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9FA4EB-A1CF-AD8D-1000-47C335FC3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C27EE3-7589-A3BF-BBA1-8C57AA1ED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239B18-5A5F-58D9-3AA3-9BD0BD28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BD0090-CA16-44F3-BECF-AFDE9D0B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6B91C1-47A3-5E02-5BC9-9B1A4A59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093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C94EA5-FD0A-EB19-1D20-5F3E69AF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198A-8F76-D84E-8ACA-393B076DF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EA0474-58E3-CE7F-48B4-3CD45389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C875FC-5D58-D74C-9EBF-68CCF820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C9FB4B-EFBB-5C9D-6441-E4B603F0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63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70566D-6374-D77C-90B7-6B9F0E40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F6C3CD-145F-4707-4850-F9D585544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73D72A-75A6-9A6D-4BCF-51F02712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A2D4AC-F21C-5EB2-AE19-6811EBE3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0E7D16-C743-207A-BC3B-E58C9668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54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43B77-CEE0-3C48-3A0B-F2A4B7B8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5F7ACC-A571-6A2A-2551-AB7C03951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B00779-EC80-197E-58B2-B491D1575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B988F9-75F7-43BD-434B-68A86F03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294DEE-BF68-C9DD-CA80-7E319BD4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DEC9CA-168B-BB7E-D352-37109BB24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05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E61758-08EA-D811-4AC8-45E1D448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2A4EAD-B676-6DDA-719C-9813A5232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042D04-3962-8F31-658B-3F26C1060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A3B9D7E-FC31-5DFA-CE5B-3E654EC7E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91A5D1-8296-866C-76F7-574ED82A9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0B3481-1C23-9847-2C86-3C4D39E2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714CC2-98C2-C3DB-F69B-B608B25F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6AC4797-8D27-534C-84E2-C966B819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0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A24309-F406-F77E-7878-2CB0DB2E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5CCD85-716F-E184-AA07-C475D436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E625109-72D3-22D2-0F9D-B445E74D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6FAD734-5A01-1EF8-3395-FDF35619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93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05AD7A5-5292-FCE7-0CD8-37AE6CEFA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8C36663-C1E8-3E1D-2665-0D7E271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06BACD-8A84-3277-C111-A7F57DBD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735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87CA0D-A18D-2DE6-AD4A-5469D452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5F257D-DC37-9FEB-4190-DEC9C15D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9EB48A9-E59C-94F1-A701-7BC4D6FE2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197957-3D82-0F99-AF33-06D7FDB6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CAC24A-9D39-DC18-4ED2-8E9DC824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3AD1C6-10CD-853B-67E5-4218BBE0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9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5AC974-4703-D3BD-6312-694AE1B54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878950-4D77-C786-C1AF-E6A7CCA49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B3FC2C-40D9-04A9-BA40-91ABDDCB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319D31-F692-394D-F3C0-AFDB4FA1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EF0DD6-79DD-9F9E-EE59-BBEC0714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87DB95-29C8-4988-1899-D48D4A68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381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9EC8FC-C3BA-54BA-72E7-8231124B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D57416-E682-82D5-6731-8F301E8E0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DB024A-4C5D-8708-5DA7-C38F031E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01287E-604C-8891-C83C-054FF19C5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F02F23-7244-31E9-7634-C70D2F23F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64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6E946C-B5C9-AE69-3B58-9E7ACF2EB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5A7286-ACE4-21B2-A188-814E7C55F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7659B9-5C67-3F62-B6F8-A0A6DCD9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3F7811-8F52-142A-6579-D368ABAE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02C369-483B-2812-2402-89EFD83C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77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CEE839B-CC18-6864-2AC5-FE295BD06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4AE81D-61CC-0C7D-D3AE-7929A7554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F09BD7-2604-63E7-9348-5CE22896E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12395-0881-4974-A6A6-3F7C9F1975E0}" type="datetimeFigureOut">
              <a:rPr lang="zh-TW" altLang="en-US" smtClean="0"/>
              <a:t>2025/4/10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A8F206-B1F8-CA4F-35C6-922AA224E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7F7962-4FD4-A8F6-9E2C-8373B6F9E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BBC3D-6430-42B8-99A9-98DD57A94F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4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A14C3-665F-E9AA-DD36-C0F38AFF7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嵌入式作業系統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ICP3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12BCC4F-F251-A14B-7986-6B2E46603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22537"/>
          </a:xfrm>
        </p:spPr>
        <p:txBody>
          <a:bodyPr>
            <a:normAutofit/>
          </a:bodyPr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組員：王睿讚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吳冠霆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潘柏翰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657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FD9CD5B5-BA9E-DF3D-6B53-239960677ECF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F0591F3E-AFC8-C947-1248-59DA636C1BB8}"/>
              </a:ext>
            </a:extLst>
          </p:cNvPr>
          <p:cNvSpPr txBox="1"/>
          <p:nvPr/>
        </p:nvSpPr>
        <p:spPr>
          <a:xfrm>
            <a:off x="508001" y="298878"/>
            <a:ext cx="497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 Task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8393E8F-0CBC-4D5F-7ABC-E6909BF76751}"/>
              </a:ext>
            </a:extLst>
          </p:cNvPr>
          <p:cNvSpPr txBox="1"/>
          <p:nvPr/>
        </p:nvSpPr>
        <p:spPr>
          <a:xfrm>
            <a:off x="508001" y="1825485"/>
            <a:ext cx="64746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一個獨立的執行緒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用來處理應用程式中的輸入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輸出與運算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RTOS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管理與排程</a:t>
            </a:r>
          </a:p>
        </p:txBody>
      </p:sp>
    </p:spTree>
    <p:extLst>
      <p:ext uri="{BB962C8B-B14F-4D97-AF65-F5344CB8AC3E}">
        <p14:creationId xmlns:p14="http://schemas.microsoft.com/office/powerpoint/2010/main" val="256692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BE833234-B6D3-0791-8073-C1726FC7659D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37526D-D55E-CE90-5A09-9B0D924C3DBA}"/>
              </a:ext>
            </a:extLst>
          </p:cNvPr>
          <p:cNvSpPr txBox="1"/>
          <p:nvPr/>
        </p:nvSpPr>
        <p:spPr>
          <a:xfrm>
            <a:off x="508001" y="298878"/>
            <a:ext cx="497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Task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AF47993-C7C8-5DCF-3445-1DDCF3CC98EE}"/>
              </a:ext>
            </a:extLst>
          </p:cNvPr>
          <p:cNvSpPr txBox="1"/>
          <p:nvPr/>
        </p:nvSpPr>
        <p:spPr>
          <a:xfrm>
            <a:off x="508001" y="1825485"/>
            <a:ext cx="64746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名稱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優先權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堆疊大小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任務流程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Task Control Block(TCB)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25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9C36174D-06AF-6DD4-ABA3-B31C4C62235B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9F78AEAB-5C24-74A3-F96B-E4C23DC6185E}"/>
              </a:ext>
            </a:extLst>
          </p:cNvPr>
          <p:cNvSpPr txBox="1"/>
          <p:nvPr/>
        </p:nvSpPr>
        <p:spPr>
          <a:xfrm>
            <a:off x="508001" y="298878"/>
            <a:ext cx="497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Creation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35D06F2-A6AE-6111-2FFD-61FCCA894B4D}"/>
              </a:ext>
            </a:extLst>
          </p:cNvPr>
          <p:cNvSpPr txBox="1"/>
          <p:nvPr/>
        </p:nvSpPr>
        <p:spPr>
          <a:xfrm>
            <a:off x="581891" y="1644073"/>
            <a:ext cx="72874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系統啟動時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建立：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task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 task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task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Exception-handling task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agent task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12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8DDAAAE7-3D24-4094-7022-284B903B4204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D23B6AA-53FD-139D-A439-7274C0F8CD47}"/>
              </a:ext>
            </a:extLst>
          </p:cNvPr>
          <p:cNvSpPr txBox="1"/>
          <p:nvPr/>
        </p:nvSpPr>
        <p:spPr>
          <a:xfrm>
            <a:off x="508001" y="298878"/>
            <a:ext cx="497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State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8E192F3-B874-CDCF-81ED-5902E0FBE805}"/>
              </a:ext>
            </a:extLst>
          </p:cNvPr>
          <p:cNvSpPr txBox="1"/>
          <p:nvPr/>
        </p:nvSpPr>
        <p:spPr>
          <a:xfrm>
            <a:off x="628073" y="1930400"/>
            <a:ext cx="60682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基本狀態：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Ready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Running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Blocked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延伸狀態：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Suspended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Pending/Delayed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441B5CE4-EE3A-2149-3390-1BDD177A4B26}"/>
              </a:ext>
            </a:extLst>
          </p:cNvPr>
          <p:cNvGrpSpPr/>
          <p:nvPr/>
        </p:nvGrpSpPr>
        <p:grpSpPr>
          <a:xfrm>
            <a:off x="7712363" y="1714651"/>
            <a:ext cx="1773381" cy="877451"/>
            <a:chOff x="6899563" y="1810327"/>
            <a:chExt cx="1773381" cy="877451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1029B85E-CA46-4AC4-8A4F-E84AC55D8924}"/>
                </a:ext>
              </a:extLst>
            </p:cNvPr>
            <p:cNvSpPr/>
            <p:nvPr/>
          </p:nvSpPr>
          <p:spPr>
            <a:xfrm>
              <a:off x="6899563" y="1810327"/>
              <a:ext cx="1773381" cy="87745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FE30B5D5-D45F-67A7-4D16-DF58F31589A9}"/>
                </a:ext>
              </a:extLst>
            </p:cNvPr>
            <p:cNvSpPr txBox="1"/>
            <p:nvPr/>
          </p:nvSpPr>
          <p:spPr>
            <a:xfrm>
              <a:off x="7241309" y="2050473"/>
              <a:ext cx="1108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Ready</a:t>
              </a: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FD31373-316A-0D64-9F9C-9C8EABCFC9DE}"/>
              </a:ext>
            </a:extLst>
          </p:cNvPr>
          <p:cNvGrpSpPr/>
          <p:nvPr/>
        </p:nvGrpSpPr>
        <p:grpSpPr>
          <a:xfrm>
            <a:off x="5809673" y="4215784"/>
            <a:ext cx="1773381" cy="877451"/>
            <a:chOff x="6899563" y="1810327"/>
            <a:chExt cx="1773381" cy="877451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8B448B60-2E3C-274A-8FE8-9D2C342C3FD1}"/>
                </a:ext>
              </a:extLst>
            </p:cNvPr>
            <p:cNvSpPr/>
            <p:nvPr/>
          </p:nvSpPr>
          <p:spPr>
            <a:xfrm>
              <a:off x="6899563" y="1810327"/>
              <a:ext cx="1773381" cy="87745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2127D30-AB54-C6CA-32FD-A0BC99972DCA}"/>
                </a:ext>
              </a:extLst>
            </p:cNvPr>
            <p:cNvSpPr txBox="1"/>
            <p:nvPr/>
          </p:nvSpPr>
          <p:spPr>
            <a:xfrm>
              <a:off x="7241309" y="2050473"/>
              <a:ext cx="1108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Blocked</a:t>
              </a: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D3DA750-DC12-4C31-23CC-5A9857292F99}"/>
              </a:ext>
            </a:extLst>
          </p:cNvPr>
          <p:cNvGrpSpPr/>
          <p:nvPr/>
        </p:nvGrpSpPr>
        <p:grpSpPr>
          <a:xfrm>
            <a:off x="10002982" y="4201870"/>
            <a:ext cx="1773381" cy="877451"/>
            <a:chOff x="6899563" y="1810327"/>
            <a:chExt cx="1773381" cy="877451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9F6C8E40-CF67-641A-B86A-C55083589680}"/>
                </a:ext>
              </a:extLst>
            </p:cNvPr>
            <p:cNvSpPr/>
            <p:nvPr/>
          </p:nvSpPr>
          <p:spPr>
            <a:xfrm>
              <a:off x="6899563" y="1810327"/>
              <a:ext cx="1773381" cy="87745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4A939DA-2EE3-77B3-25D2-A66F2F244B32}"/>
                </a:ext>
              </a:extLst>
            </p:cNvPr>
            <p:cNvSpPr txBox="1"/>
            <p:nvPr/>
          </p:nvSpPr>
          <p:spPr>
            <a:xfrm>
              <a:off x="7241309" y="2050473"/>
              <a:ext cx="1108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Running</a:t>
              </a:r>
            </a:p>
          </p:txBody>
        </p:sp>
      </p:grp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3EEFA81B-AA70-6770-9A1E-8994D14EACB7}"/>
              </a:ext>
            </a:extLst>
          </p:cNvPr>
          <p:cNvCxnSpPr>
            <a:cxnSpLocks/>
          </p:cNvCxnSpPr>
          <p:nvPr/>
        </p:nvCxnSpPr>
        <p:spPr>
          <a:xfrm>
            <a:off x="9522692" y="2313955"/>
            <a:ext cx="1228435" cy="17685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3A7AC525-6535-C70E-34FF-9C1A20CE32B1}"/>
              </a:ext>
            </a:extLst>
          </p:cNvPr>
          <p:cNvCxnSpPr>
            <a:cxnSpLocks/>
          </p:cNvCxnSpPr>
          <p:nvPr/>
        </p:nvCxnSpPr>
        <p:spPr>
          <a:xfrm flipH="1" flipV="1">
            <a:off x="9116292" y="2698641"/>
            <a:ext cx="1062183" cy="155827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A9826C10-073F-D593-B7CB-F0F8A73ADDE7}"/>
              </a:ext>
            </a:extLst>
          </p:cNvPr>
          <p:cNvCxnSpPr>
            <a:cxnSpLocks/>
          </p:cNvCxnSpPr>
          <p:nvPr/>
        </p:nvCxnSpPr>
        <p:spPr>
          <a:xfrm flipV="1">
            <a:off x="6726386" y="2475345"/>
            <a:ext cx="985977" cy="166155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F8395EA-0A46-59C9-A8ED-9B34E1C5B9A3}"/>
              </a:ext>
            </a:extLst>
          </p:cNvPr>
          <p:cNvCxnSpPr>
            <a:cxnSpLocks/>
          </p:cNvCxnSpPr>
          <p:nvPr/>
        </p:nvCxnSpPr>
        <p:spPr>
          <a:xfrm>
            <a:off x="7712363" y="4626682"/>
            <a:ext cx="2142837" cy="1391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E6F37C6B-71DA-71E1-5D95-A60975EF0A5D}"/>
              </a:ext>
            </a:extLst>
          </p:cNvPr>
          <p:cNvCxnSpPr>
            <a:cxnSpLocks/>
          </p:cNvCxnSpPr>
          <p:nvPr/>
        </p:nvCxnSpPr>
        <p:spPr>
          <a:xfrm rot="5400000">
            <a:off x="8795298" y="3182001"/>
            <a:ext cx="13914" cy="4193309"/>
          </a:xfrm>
          <a:prstGeom prst="bentConnector3">
            <a:avLst>
              <a:gd name="adj1" fmla="val 5062031"/>
            </a:avLst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0F9BF31-4348-1AB6-A36C-DC3E9119BF7B}"/>
              </a:ext>
            </a:extLst>
          </p:cNvPr>
          <p:cNvSpPr txBox="1"/>
          <p:nvPr/>
        </p:nvSpPr>
        <p:spPr>
          <a:xfrm>
            <a:off x="10002982" y="2592102"/>
            <a:ext cx="1450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任務為最高優先級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9DA65ED-487C-1163-5B52-776B5FC905FB}"/>
              </a:ext>
            </a:extLst>
          </p:cNvPr>
          <p:cNvSpPr txBox="1"/>
          <p:nvPr/>
        </p:nvSpPr>
        <p:spPr>
          <a:xfrm>
            <a:off x="8280404" y="3238433"/>
            <a:ext cx="1366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不再是最高優先級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3B425E9-26BD-A6ED-4E04-7C8E8939FB71}"/>
              </a:ext>
            </a:extLst>
          </p:cNvPr>
          <p:cNvSpPr txBox="1"/>
          <p:nvPr/>
        </p:nvSpPr>
        <p:spPr>
          <a:xfrm>
            <a:off x="7786256" y="4675666"/>
            <a:ext cx="2068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92D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資源可用，且是最高優先級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829B4E1C-BBCE-0B16-0E4D-B001EE8548E5}"/>
              </a:ext>
            </a:extLst>
          </p:cNvPr>
          <p:cNvSpPr txBox="1"/>
          <p:nvPr/>
        </p:nvSpPr>
        <p:spPr>
          <a:xfrm>
            <a:off x="7518402" y="6078120"/>
            <a:ext cx="311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任務被阻塞</a:t>
            </a:r>
            <a:r>
              <a:rPr lang="en-US" altLang="zh-TW" dirty="0"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無法得到資源</a:t>
            </a:r>
            <a:r>
              <a:rPr lang="en-US" altLang="zh-TW" dirty="0"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00B0F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23433C5C-59A5-CD6D-4F50-72C9219C451F}"/>
              </a:ext>
            </a:extLst>
          </p:cNvPr>
          <p:cNvSpPr txBox="1"/>
          <p:nvPr/>
        </p:nvSpPr>
        <p:spPr>
          <a:xfrm>
            <a:off x="5486400" y="2784471"/>
            <a:ext cx="1833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資源可用，但不是最高優先級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B81E9C08-9857-F3C8-1C66-F9682027A429}"/>
              </a:ext>
            </a:extLst>
          </p:cNvPr>
          <p:cNvSpPr txBox="1"/>
          <p:nvPr/>
        </p:nvSpPr>
        <p:spPr>
          <a:xfrm>
            <a:off x="5615710" y="1081095"/>
            <a:ext cx="1431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任務初始化</a:t>
            </a: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93FEC56F-462C-DEA8-EBE2-07230C657DD5}"/>
              </a:ext>
            </a:extLst>
          </p:cNvPr>
          <p:cNvCxnSpPr>
            <a:cxnSpLocks/>
          </p:cNvCxnSpPr>
          <p:nvPr/>
        </p:nvCxnSpPr>
        <p:spPr>
          <a:xfrm>
            <a:off x="6918037" y="1359023"/>
            <a:ext cx="944418" cy="4568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01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18A93BD2-9D96-A9A5-7FAE-4F9E6ED76B17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DE8B5E95-475A-C7FC-DA77-173D7A5024B4}"/>
              </a:ext>
            </a:extLst>
          </p:cNvPr>
          <p:cNvSpPr txBox="1"/>
          <p:nvPr/>
        </p:nvSpPr>
        <p:spPr>
          <a:xfrm>
            <a:off x="508001" y="298878"/>
            <a:ext cx="497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Zombie State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1F672BB-169D-C17D-1EAD-1F5D98F42A00}"/>
              </a:ext>
            </a:extLst>
          </p:cNvPr>
          <p:cNvSpPr txBox="1"/>
          <p:nvPr/>
        </p:nvSpPr>
        <p:spPr>
          <a:xfrm>
            <a:off x="3505201" y="3953154"/>
            <a:ext cx="74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10s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66E3D0C-F0E2-6C13-CD95-773BB01F2614}"/>
              </a:ext>
            </a:extLst>
          </p:cNvPr>
          <p:cNvSpPr txBox="1"/>
          <p:nvPr/>
        </p:nvSpPr>
        <p:spPr>
          <a:xfrm>
            <a:off x="6719456" y="3953159"/>
            <a:ext cx="74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1s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BE12B75-1603-4818-259D-783918BA9954}"/>
              </a:ext>
            </a:extLst>
          </p:cNvPr>
          <p:cNvSpPr txBox="1"/>
          <p:nvPr/>
        </p:nvSpPr>
        <p:spPr>
          <a:xfrm>
            <a:off x="4668982" y="2638061"/>
            <a:ext cx="872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return</a:t>
            </a:r>
            <a:endParaRPr lang="zh-TW" altLang="en-US" dirty="0"/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3D9D7902-49CE-C732-4866-E227FF9C7153}"/>
              </a:ext>
            </a:extLst>
          </p:cNvPr>
          <p:cNvGrpSpPr/>
          <p:nvPr/>
        </p:nvGrpSpPr>
        <p:grpSpPr>
          <a:xfrm>
            <a:off x="3269673" y="1098095"/>
            <a:ext cx="6834908" cy="2855059"/>
            <a:chOff x="3269673" y="1098095"/>
            <a:chExt cx="6834908" cy="2855059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9DEF5728-9D61-EA53-3C99-08466BEE8EB0}"/>
                </a:ext>
              </a:extLst>
            </p:cNvPr>
            <p:cNvSpPr/>
            <p:nvPr/>
          </p:nvSpPr>
          <p:spPr>
            <a:xfrm>
              <a:off x="3269673" y="3163453"/>
              <a:ext cx="1219200" cy="7019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EC6F0E78-50D1-F085-AC76-D441224EBD98}"/>
                </a:ext>
              </a:extLst>
            </p:cNvPr>
            <p:cNvSpPr/>
            <p:nvPr/>
          </p:nvSpPr>
          <p:spPr>
            <a:xfrm>
              <a:off x="4876800" y="1540163"/>
              <a:ext cx="1219200" cy="7019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C25EB279-F978-7D09-15C7-3386AB2161A5}"/>
                </a:ext>
              </a:extLst>
            </p:cNvPr>
            <p:cNvSpPr/>
            <p:nvPr/>
          </p:nvSpPr>
          <p:spPr>
            <a:xfrm>
              <a:off x="6400801" y="3163453"/>
              <a:ext cx="1219200" cy="7019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4FFC288D-F031-C6F4-8B16-06E8048894E4}"/>
                </a:ext>
              </a:extLst>
            </p:cNvPr>
            <p:cNvSpPr txBox="1"/>
            <p:nvPr/>
          </p:nvSpPr>
          <p:spPr>
            <a:xfrm>
              <a:off x="5204691" y="1705413"/>
              <a:ext cx="563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父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6E4BD18C-C7A7-3E38-70E1-56D4CB192633}"/>
                </a:ext>
              </a:extLst>
            </p:cNvPr>
            <p:cNvSpPr txBox="1"/>
            <p:nvPr/>
          </p:nvSpPr>
          <p:spPr>
            <a:xfrm>
              <a:off x="6728692" y="3329768"/>
              <a:ext cx="563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子</a:t>
              </a: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9F0E5146-31B7-4CC8-8E30-A5155DD3901D}"/>
                </a:ext>
              </a:extLst>
            </p:cNvPr>
            <p:cNvSpPr txBox="1"/>
            <p:nvPr/>
          </p:nvSpPr>
          <p:spPr>
            <a:xfrm>
              <a:off x="3597564" y="3329768"/>
              <a:ext cx="5634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子</a:t>
              </a: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93A23E7B-0D91-8D8F-E58C-6B37F8FC5CA6}"/>
                </a:ext>
              </a:extLst>
            </p:cNvPr>
            <p:cNvCxnSpPr/>
            <p:nvPr/>
          </p:nvCxnSpPr>
          <p:spPr>
            <a:xfrm>
              <a:off x="5985164" y="2242125"/>
              <a:ext cx="646545" cy="8335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C4C63F9D-13D1-B670-7A02-4DF1341F0A1A}"/>
                </a:ext>
              </a:extLst>
            </p:cNvPr>
            <p:cNvCxnSpPr>
              <a:cxnSpLocks/>
            </p:cNvCxnSpPr>
            <p:nvPr/>
          </p:nvCxnSpPr>
          <p:spPr>
            <a:xfrm>
              <a:off x="7703129" y="3564913"/>
              <a:ext cx="120072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469A79B0-C54D-1157-DD83-952D2AD5BC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8764" y="2242125"/>
              <a:ext cx="720436" cy="92132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AFBD8B79-86BC-FE6C-5A3C-2EFFD3512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4765" y="2154381"/>
              <a:ext cx="729672" cy="8530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C8861DF0-C6B6-CBC2-5915-7689CFD5ABA9}"/>
                </a:ext>
              </a:extLst>
            </p:cNvPr>
            <p:cNvSpPr txBox="1"/>
            <p:nvPr/>
          </p:nvSpPr>
          <p:spPr>
            <a:xfrm>
              <a:off x="5112328" y="1098095"/>
              <a:ext cx="748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10s</a:t>
              </a:r>
              <a:endParaRPr lang="zh-TW" altLang="en-US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8456B1C3-E871-2B37-A386-3C634D535029}"/>
                </a:ext>
              </a:extLst>
            </p:cNvPr>
            <p:cNvSpPr txBox="1"/>
            <p:nvPr/>
          </p:nvSpPr>
          <p:spPr>
            <a:xfrm>
              <a:off x="7867074" y="3583822"/>
              <a:ext cx="872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return</a:t>
              </a:r>
              <a:endParaRPr lang="zh-TW" altLang="en-US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07265511-93AC-6AB5-D144-5FB8C1B1B9C8}"/>
                </a:ext>
              </a:extLst>
            </p:cNvPr>
            <p:cNvSpPr txBox="1"/>
            <p:nvPr/>
          </p:nvSpPr>
          <p:spPr>
            <a:xfrm>
              <a:off x="8903855" y="3380247"/>
              <a:ext cx="1200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terminate</a:t>
              </a:r>
              <a:endParaRPr lang="zh-TW" altLang="en-US" dirty="0"/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7E85D4DD-E56F-D8E3-B780-B4AA5E824F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6428" y="2058088"/>
              <a:ext cx="825500" cy="101762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1118006C-4E4E-20F4-3690-DE9B4DF0761C}"/>
                </a:ext>
              </a:extLst>
            </p:cNvPr>
            <p:cNvSpPr txBox="1"/>
            <p:nvPr/>
          </p:nvSpPr>
          <p:spPr>
            <a:xfrm>
              <a:off x="6467765" y="2289585"/>
              <a:ext cx="2089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return</a:t>
              </a:r>
              <a:r>
                <a:rPr lang="zh-TW" altLang="en-US" dirty="0">
                  <a:solidFill>
                    <a:srgbClr val="FF0000"/>
                  </a:solidFill>
                </a:rPr>
                <a:t>還未被接收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261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3788F3DC-B7CD-B44E-C575-3D72042C7666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4A31B17F-B91F-CB80-EDF1-FF14BE39FE91}"/>
              </a:ext>
            </a:extLst>
          </p:cNvPr>
          <p:cNvSpPr txBox="1"/>
          <p:nvPr/>
        </p:nvSpPr>
        <p:spPr>
          <a:xfrm>
            <a:off x="508001" y="298878"/>
            <a:ext cx="497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Structure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F2F2A6-022F-8A4E-5FAA-67DF03583983}"/>
              </a:ext>
            </a:extLst>
          </p:cNvPr>
          <p:cNvSpPr txBox="1"/>
          <p:nvPr/>
        </p:nvSpPr>
        <p:spPr>
          <a:xfrm>
            <a:off x="508001" y="1714650"/>
            <a:ext cx="5735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Run-to-Complete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：只執行一次，適合初始化用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Endless Loop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；持續執行，負責應用邏輯</a:t>
            </a:r>
          </a:p>
        </p:txBody>
      </p:sp>
    </p:spTree>
    <p:extLst>
      <p:ext uri="{BB962C8B-B14F-4D97-AF65-F5344CB8AC3E}">
        <p14:creationId xmlns:p14="http://schemas.microsoft.com/office/powerpoint/2010/main" val="100663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3B248179-EAC8-1319-6E2B-E1F1F156A9F0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67815A2A-DF7D-6E81-1F12-EB58EB82DBF6}"/>
              </a:ext>
            </a:extLst>
          </p:cNvPr>
          <p:cNvSpPr txBox="1"/>
          <p:nvPr/>
        </p:nvSpPr>
        <p:spPr>
          <a:xfrm>
            <a:off x="508001" y="298878"/>
            <a:ext cx="497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常見的排程演算法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C5A3E71-63B8-B925-DBF2-2085D2BC8326}"/>
              </a:ext>
            </a:extLst>
          </p:cNvPr>
          <p:cNvSpPr txBox="1"/>
          <p:nvPr/>
        </p:nvSpPr>
        <p:spPr>
          <a:xfrm>
            <a:off x="508001" y="1801091"/>
            <a:ext cx="5985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First In First Out(FIFO)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：誰先進入就緒對列，誰先執行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Round Robin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：每個任務輪流執行固定時間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Priority Scheduling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：根據任務優先權執行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Shortest Job First(SJF)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：執行時間最短的先做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3773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271F2572-3AD9-26DC-80A0-C936D6ECC1F5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DBACF874-B06A-1E09-0CAA-069A0CA2DE83}"/>
              </a:ext>
            </a:extLst>
          </p:cNvPr>
          <p:cNvSpPr txBox="1"/>
          <p:nvPr/>
        </p:nvSpPr>
        <p:spPr>
          <a:xfrm>
            <a:off x="508000" y="298878"/>
            <a:ext cx="11268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Preemptive Scheduling vs </a:t>
            </a:r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Nonpreemptive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Scheduling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9BA8B55-BB27-443E-BD94-7ACC5B0161B8}"/>
              </a:ext>
            </a:extLst>
          </p:cNvPr>
          <p:cNvGrpSpPr/>
          <p:nvPr/>
        </p:nvGrpSpPr>
        <p:grpSpPr>
          <a:xfrm>
            <a:off x="1727199" y="1529984"/>
            <a:ext cx="2359894" cy="3263689"/>
            <a:chOff x="1311563" y="1529984"/>
            <a:chExt cx="2359894" cy="3263689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AB7EF7EA-67F3-2CE2-C46D-8946A31247F7}"/>
                </a:ext>
              </a:extLst>
            </p:cNvPr>
            <p:cNvSpPr txBox="1"/>
            <p:nvPr/>
          </p:nvSpPr>
          <p:spPr>
            <a:xfrm>
              <a:off x="1311563" y="1529984"/>
              <a:ext cx="1237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Preemptive</a:t>
              </a:r>
              <a:endParaRPr lang="zh-TW" altLang="en-US" dirty="0"/>
            </a:p>
          </p:txBody>
        </p: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B7FF49A9-9AC2-93F1-6C86-1140E4BE3096}"/>
                </a:ext>
              </a:extLst>
            </p:cNvPr>
            <p:cNvCxnSpPr/>
            <p:nvPr/>
          </p:nvCxnSpPr>
          <p:spPr>
            <a:xfrm>
              <a:off x="1311563" y="2253673"/>
              <a:ext cx="323273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0499C1C3-A778-F123-315F-86532FE61F0C}"/>
                </a:ext>
              </a:extLst>
            </p:cNvPr>
            <p:cNvCxnSpPr/>
            <p:nvPr/>
          </p:nvCxnSpPr>
          <p:spPr>
            <a:xfrm>
              <a:off x="1473199" y="2253673"/>
              <a:ext cx="0" cy="25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7E2561FB-D0C1-C9B2-3908-ADB4A8D24B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9526" y="2253673"/>
              <a:ext cx="69734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50DACEA4-F6D5-3ADD-2FD6-99A90623B662}"/>
                </a:ext>
              </a:extLst>
            </p:cNvPr>
            <p:cNvCxnSpPr>
              <a:cxnSpLocks/>
            </p:cNvCxnSpPr>
            <p:nvPr/>
          </p:nvCxnSpPr>
          <p:spPr>
            <a:xfrm>
              <a:off x="2456873" y="2382981"/>
              <a:ext cx="0" cy="1209964"/>
            </a:xfrm>
            <a:prstGeom prst="line">
              <a:avLst/>
            </a:prstGeom>
            <a:ln w="3810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B112CE5-21B5-BE23-7448-8B4ACC3DFC2B}"/>
                </a:ext>
              </a:extLst>
            </p:cNvPr>
            <p:cNvSpPr txBox="1"/>
            <p:nvPr/>
          </p:nvSpPr>
          <p:spPr>
            <a:xfrm>
              <a:off x="2387601" y="2069007"/>
              <a:ext cx="600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TL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70A2A14B-21E4-2935-CD24-00F9E8486994}"/>
                </a:ext>
              </a:extLst>
            </p:cNvPr>
            <p:cNvSpPr txBox="1"/>
            <p:nvPr/>
          </p:nvSpPr>
          <p:spPr>
            <a:xfrm>
              <a:off x="3071094" y="3477428"/>
              <a:ext cx="600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EB7A7C16-552A-17A1-C4B3-810637BC90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6873" y="3662094"/>
              <a:ext cx="69734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DFEA4613-522E-4C13-017E-969713B13282}"/>
                </a:ext>
              </a:extLst>
            </p:cNvPr>
            <p:cNvCxnSpPr>
              <a:cxnSpLocks/>
            </p:cNvCxnSpPr>
            <p:nvPr/>
          </p:nvCxnSpPr>
          <p:spPr>
            <a:xfrm>
              <a:off x="3357422" y="3846760"/>
              <a:ext cx="0" cy="9469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EB104F62-CFF2-1527-01A9-360D01363F31}"/>
              </a:ext>
            </a:extLst>
          </p:cNvPr>
          <p:cNvGrpSpPr/>
          <p:nvPr/>
        </p:nvGrpSpPr>
        <p:grpSpPr>
          <a:xfrm>
            <a:off x="6714844" y="1529984"/>
            <a:ext cx="2359894" cy="3263689"/>
            <a:chOff x="1311563" y="1529984"/>
            <a:chExt cx="2359894" cy="3263689"/>
          </a:xfrm>
        </p:grpSpPr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389E8BD1-B7FB-F29C-DD94-7D053ADE1AE7}"/>
                </a:ext>
              </a:extLst>
            </p:cNvPr>
            <p:cNvSpPr txBox="1"/>
            <p:nvPr/>
          </p:nvSpPr>
          <p:spPr>
            <a:xfrm>
              <a:off x="1549401" y="1529984"/>
              <a:ext cx="1676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800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NonPreemptive</a:t>
              </a:r>
              <a:endParaRPr lang="zh-TW" altLang="en-US" dirty="0"/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89C8B66E-F6FB-4CD9-AB33-C414367D2DC3}"/>
                </a:ext>
              </a:extLst>
            </p:cNvPr>
            <p:cNvCxnSpPr/>
            <p:nvPr/>
          </p:nvCxnSpPr>
          <p:spPr>
            <a:xfrm>
              <a:off x="1311563" y="2253673"/>
              <a:ext cx="323273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C3B82154-8DC3-81A6-5781-E3619A2150DF}"/>
                </a:ext>
              </a:extLst>
            </p:cNvPr>
            <p:cNvCxnSpPr/>
            <p:nvPr/>
          </p:nvCxnSpPr>
          <p:spPr>
            <a:xfrm>
              <a:off x="1473199" y="2253673"/>
              <a:ext cx="0" cy="25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E3410568-02E5-14E8-A28F-3D1FAD4C85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9526" y="2253673"/>
              <a:ext cx="69734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330AF627-687D-3756-1D47-5D0A412B4AFC}"/>
                </a:ext>
              </a:extLst>
            </p:cNvPr>
            <p:cNvCxnSpPr>
              <a:cxnSpLocks/>
            </p:cNvCxnSpPr>
            <p:nvPr/>
          </p:nvCxnSpPr>
          <p:spPr>
            <a:xfrm>
              <a:off x="2456873" y="2382981"/>
              <a:ext cx="0" cy="1209964"/>
            </a:xfrm>
            <a:prstGeom prst="line">
              <a:avLst/>
            </a:prstGeom>
            <a:ln w="3810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8309F0EA-3260-1D3D-9938-BD40C729514C}"/>
                </a:ext>
              </a:extLst>
            </p:cNvPr>
            <p:cNvSpPr txBox="1"/>
            <p:nvPr/>
          </p:nvSpPr>
          <p:spPr>
            <a:xfrm>
              <a:off x="2387601" y="2069007"/>
              <a:ext cx="600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TL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CE53F570-8480-273C-6866-DF3ACEE8EE9A}"/>
                </a:ext>
              </a:extLst>
            </p:cNvPr>
            <p:cNvSpPr txBox="1"/>
            <p:nvPr/>
          </p:nvSpPr>
          <p:spPr>
            <a:xfrm>
              <a:off x="3071094" y="3477428"/>
              <a:ext cx="600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9ABEB5CB-8189-C7AB-6C70-492AAFDEF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6873" y="3662094"/>
              <a:ext cx="69734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920D9229-BF84-66A0-DB89-1D481E1F7B8A}"/>
                </a:ext>
              </a:extLst>
            </p:cNvPr>
            <p:cNvCxnSpPr>
              <a:cxnSpLocks/>
            </p:cNvCxnSpPr>
            <p:nvPr/>
          </p:nvCxnSpPr>
          <p:spPr>
            <a:xfrm>
              <a:off x="3357422" y="3846760"/>
              <a:ext cx="0" cy="9469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F140219F-873A-0676-1EEB-D87E964ACC81}"/>
              </a:ext>
            </a:extLst>
          </p:cNvPr>
          <p:cNvCxnSpPr/>
          <p:nvPr/>
        </p:nvCxnSpPr>
        <p:spPr>
          <a:xfrm>
            <a:off x="7860154" y="3846759"/>
            <a:ext cx="0" cy="946913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CD49576-BFD4-1B10-32E2-D372D45D26F1}"/>
              </a:ext>
            </a:extLst>
          </p:cNvPr>
          <p:cNvSpPr txBox="1"/>
          <p:nvPr/>
        </p:nvSpPr>
        <p:spPr>
          <a:xfrm>
            <a:off x="7333695" y="4816700"/>
            <a:ext cx="114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 done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60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3D3130D8-DFE8-26BF-9171-2A9D93B896F2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C4BD873-A4C4-CF4D-0801-E664483405C0}"/>
              </a:ext>
            </a:extLst>
          </p:cNvPr>
          <p:cNvSpPr txBox="1"/>
          <p:nvPr/>
        </p:nvSpPr>
        <p:spPr>
          <a:xfrm>
            <a:off x="508000" y="298878"/>
            <a:ext cx="11268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 vs Thread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6F36C46-6771-6FC5-D27E-EFE847508BD1}"/>
              </a:ext>
            </a:extLst>
          </p:cNvPr>
          <p:cNvSpPr txBox="1"/>
          <p:nvPr/>
        </p:nvSpPr>
        <p:spPr>
          <a:xfrm>
            <a:off x="1533236" y="1616364"/>
            <a:ext cx="99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5F0E810-7B16-32AA-A88B-9D0EF9695B8F}"/>
              </a:ext>
            </a:extLst>
          </p:cNvPr>
          <p:cNvSpPr txBox="1"/>
          <p:nvPr/>
        </p:nvSpPr>
        <p:spPr>
          <a:xfrm>
            <a:off x="1320797" y="2318327"/>
            <a:ext cx="54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FA4585B-4985-B3F4-B061-03567EA17DEA}"/>
              </a:ext>
            </a:extLst>
          </p:cNvPr>
          <p:cNvSpPr txBox="1"/>
          <p:nvPr/>
        </p:nvSpPr>
        <p:spPr>
          <a:xfrm>
            <a:off x="2184399" y="2318327"/>
            <a:ext cx="54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04914088-C268-95A0-F800-C3E61500E159}"/>
              </a:ext>
            </a:extLst>
          </p:cNvPr>
          <p:cNvCxnSpPr/>
          <p:nvPr/>
        </p:nvCxnSpPr>
        <p:spPr>
          <a:xfrm>
            <a:off x="1533236" y="2807855"/>
            <a:ext cx="0" cy="2161309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CD48F0A-FF5A-96B8-DCEE-654AF4CD998C}"/>
              </a:ext>
            </a:extLst>
          </p:cNvPr>
          <p:cNvCxnSpPr/>
          <p:nvPr/>
        </p:nvCxnSpPr>
        <p:spPr>
          <a:xfrm>
            <a:off x="2456872" y="2807855"/>
            <a:ext cx="0" cy="2161309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5BA1902-7D6B-00DD-98D2-6BC4991CBC22}"/>
              </a:ext>
            </a:extLst>
          </p:cNvPr>
          <p:cNvSpPr txBox="1"/>
          <p:nvPr/>
        </p:nvSpPr>
        <p:spPr>
          <a:xfrm>
            <a:off x="738910" y="3315855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3A0D4D-B0E6-F87B-77AC-6EBED935DCB8}"/>
              </a:ext>
            </a:extLst>
          </p:cNvPr>
          <p:cNvSpPr txBox="1"/>
          <p:nvPr/>
        </p:nvSpPr>
        <p:spPr>
          <a:xfrm>
            <a:off x="2436095" y="3703843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490195-6024-E822-0479-A1C896007AE8}"/>
              </a:ext>
            </a:extLst>
          </p:cNvPr>
          <p:cNvSpPr/>
          <p:nvPr/>
        </p:nvSpPr>
        <p:spPr>
          <a:xfrm>
            <a:off x="1200728" y="4996749"/>
            <a:ext cx="665016" cy="5450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5641FC-7D56-54B0-4A0A-FFA68E18DE26}"/>
              </a:ext>
            </a:extLst>
          </p:cNvPr>
          <p:cNvSpPr/>
          <p:nvPr/>
        </p:nvSpPr>
        <p:spPr>
          <a:xfrm>
            <a:off x="2124364" y="4996749"/>
            <a:ext cx="665016" cy="5450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CCDFD2E-4C46-8402-CB38-D79E470A1824}"/>
              </a:ext>
            </a:extLst>
          </p:cNvPr>
          <p:cNvSpPr txBox="1"/>
          <p:nvPr/>
        </p:nvSpPr>
        <p:spPr>
          <a:xfrm>
            <a:off x="1200728" y="5098536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160918E-B1A0-9ED6-88A3-293EECA71100}"/>
              </a:ext>
            </a:extLst>
          </p:cNvPr>
          <p:cNvSpPr txBox="1"/>
          <p:nvPr/>
        </p:nvSpPr>
        <p:spPr>
          <a:xfrm>
            <a:off x="2124363" y="5100845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128B053-99C0-9A01-4D9D-9BB85B806D4A}"/>
              </a:ext>
            </a:extLst>
          </p:cNvPr>
          <p:cNvSpPr txBox="1"/>
          <p:nvPr/>
        </p:nvSpPr>
        <p:spPr>
          <a:xfrm>
            <a:off x="5061527" y="1618610"/>
            <a:ext cx="99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Thread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A8927D0-4180-4E21-0294-72639B8C3DBD}"/>
              </a:ext>
            </a:extLst>
          </p:cNvPr>
          <p:cNvSpPr txBox="1"/>
          <p:nvPr/>
        </p:nvSpPr>
        <p:spPr>
          <a:xfrm>
            <a:off x="4862943" y="2318327"/>
            <a:ext cx="54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B3026B4-183E-83C8-EEE7-975EFBC367BD}"/>
              </a:ext>
            </a:extLst>
          </p:cNvPr>
          <p:cNvSpPr txBox="1"/>
          <p:nvPr/>
        </p:nvSpPr>
        <p:spPr>
          <a:xfrm>
            <a:off x="5758871" y="2309090"/>
            <a:ext cx="54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55B819A-A2F5-BF70-25CD-EC9DC40B5F3D}"/>
              </a:ext>
            </a:extLst>
          </p:cNvPr>
          <p:cNvCxnSpPr/>
          <p:nvPr/>
        </p:nvCxnSpPr>
        <p:spPr>
          <a:xfrm>
            <a:off x="5135416" y="2747758"/>
            <a:ext cx="0" cy="2161309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30799D5-6FA4-6FCB-D38D-F4A78E0ADCAE}"/>
              </a:ext>
            </a:extLst>
          </p:cNvPr>
          <p:cNvCxnSpPr/>
          <p:nvPr/>
        </p:nvCxnSpPr>
        <p:spPr>
          <a:xfrm>
            <a:off x="6031345" y="2747758"/>
            <a:ext cx="0" cy="2161309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8DC5DAA-2E3C-4A53-191D-CDB96CB4AFBE}"/>
              </a:ext>
            </a:extLst>
          </p:cNvPr>
          <p:cNvSpPr/>
          <p:nvPr/>
        </p:nvSpPr>
        <p:spPr>
          <a:xfrm>
            <a:off x="4837546" y="4990070"/>
            <a:ext cx="1445490" cy="5450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238DD4A-A5F2-9EAA-C787-3A8B1948D871}"/>
              </a:ext>
            </a:extLst>
          </p:cNvPr>
          <p:cNvSpPr txBox="1"/>
          <p:nvPr/>
        </p:nvSpPr>
        <p:spPr>
          <a:xfrm>
            <a:off x="4410367" y="3429000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FB1C354-341C-C888-8C42-322FA8CD12F8}"/>
              </a:ext>
            </a:extLst>
          </p:cNvPr>
          <p:cNvSpPr txBox="1"/>
          <p:nvPr/>
        </p:nvSpPr>
        <p:spPr>
          <a:xfrm>
            <a:off x="6019804" y="3703843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72C54E0-B4E2-7287-AA9E-2A61CFD791D1}"/>
              </a:ext>
            </a:extLst>
          </p:cNvPr>
          <p:cNvSpPr txBox="1"/>
          <p:nvPr/>
        </p:nvSpPr>
        <p:spPr>
          <a:xfrm>
            <a:off x="5248564" y="5054724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F3B7DEA-6DC8-15C7-E98A-FC66BFC018A9}"/>
              </a:ext>
            </a:extLst>
          </p:cNvPr>
          <p:cNvSpPr txBox="1"/>
          <p:nvPr/>
        </p:nvSpPr>
        <p:spPr>
          <a:xfrm>
            <a:off x="8589818" y="1616364"/>
            <a:ext cx="1554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 Thread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591C2D9-A055-801D-91E2-3E03BB21F45D}"/>
              </a:ext>
            </a:extLst>
          </p:cNvPr>
          <p:cNvSpPr txBox="1"/>
          <p:nvPr/>
        </p:nvSpPr>
        <p:spPr>
          <a:xfrm>
            <a:off x="8589818" y="2318327"/>
            <a:ext cx="54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428C91-1E31-C108-7004-174F5C81B2DD}"/>
              </a:ext>
            </a:extLst>
          </p:cNvPr>
          <p:cNvSpPr txBox="1"/>
          <p:nvPr/>
        </p:nvSpPr>
        <p:spPr>
          <a:xfrm>
            <a:off x="9605815" y="2318327"/>
            <a:ext cx="54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38BF079-EE1B-115E-0368-CF0BC4529322}"/>
              </a:ext>
            </a:extLst>
          </p:cNvPr>
          <p:cNvCxnSpPr/>
          <p:nvPr/>
        </p:nvCxnSpPr>
        <p:spPr>
          <a:xfrm>
            <a:off x="8848437" y="2754685"/>
            <a:ext cx="0" cy="2161309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D2F8B55-9E34-35B4-E4FA-96D2B1335C08}"/>
              </a:ext>
            </a:extLst>
          </p:cNvPr>
          <p:cNvCxnSpPr/>
          <p:nvPr/>
        </p:nvCxnSpPr>
        <p:spPr>
          <a:xfrm>
            <a:off x="9878288" y="2754685"/>
            <a:ext cx="0" cy="2161309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6158B28-B6A8-BF18-09AF-15A0F98D80FF}"/>
              </a:ext>
            </a:extLst>
          </p:cNvPr>
          <p:cNvSpPr txBox="1"/>
          <p:nvPr/>
        </p:nvSpPr>
        <p:spPr>
          <a:xfrm>
            <a:off x="8123387" y="3429000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D980AD5-A989-0118-507B-20BDA448887F}"/>
              </a:ext>
            </a:extLst>
          </p:cNvPr>
          <p:cNvSpPr txBox="1"/>
          <p:nvPr/>
        </p:nvSpPr>
        <p:spPr>
          <a:xfrm>
            <a:off x="9894461" y="3703843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4FE25B3-DC1A-D61A-C913-51031410B834}"/>
              </a:ext>
            </a:extLst>
          </p:cNvPr>
          <p:cNvSpPr/>
          <p:nvPr/>
        </p:nvSpPr>
        <p:spPr>
          <a:xfrm>
            <a:off x="9545780" y="4996749"/>
            <a:ext cx="665016" cy="5450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7DD47-5A04-5A92-3454-1A31B094B678}"/>
              </a:ext>
            </a:extLst>
          </p:cNvPr>
          <p:cNvSpPr/>
          <p:nvPr/>
        </p:nvSpPr>
        <p:spPr>
          <a:xfrm>
            <a:off x="8488219" y="4990069"/>
            <a:ext cx="665016" cy="5450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72772CB-5BBC-C59C-C36F-44F36E61A48F}"/>
              </a:ext>
            </a:extLst>
          </p:cNvPr>
          <p:cNvSpPr txBox="1"/>
          <p:nvPr/>
        </p:nvSpPr>
        <p:spPr>
          <a:xfrm>
            <a:off x="8515928" y="5105648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B34939-318B-C76C-1E81-A923B89ED6E9}"/>
              </a:ext>
            </a:extLst>
          </p:cNvPr>
          <p:cNvSpPr txBox="1"/>
          <p:nvPr/>
        </p:nvSpPr>
        <p:spPr>
          <a:xfrm>
            <a:off x="9545780" y="5105648"/>
            <a:ext cx="6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5FF386C-39AF-12D3-37ED-B489102B58B3}"/>
              </a:ext>
            </a:extLst>
          </p:cNvPr>
          <p:cNvSpPr/>
          <p:nvPr/>
        </p:nvSpPr>
        <p:spPr>
          <a:xfrm>
            <a:off x="8107210" y="4546667"/>
            <a:ext cx="2447637" cy="13854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C14FD2D-0579-611C-D97E-70078FA88403}"/>
              </a:ext>
            </a:extLst>
          </p:cNvPr>
          <p:cNvSpPr txBox="1"/>
          <p:nvPr/>
        </p:nvSpPr>
        <p:spPr>
          <a:xfrm>
            <a:off x="8645236" y="6012868"/>
            <a:ext cx="144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clone()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786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330</Words>
  <Application>Microsoft Office PowerPoint</Application>
  <PresentationFormat>寬螢幕</PresentationFormat>
  <Paragraphs>120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標楷體</vt:lpstr>
      <vt:lpstr>Aptos</vt:lpstr>
      <vt:lpstr>Aptos Display</vt:lpstr>
      <vt:lpstr>Arial</vt:lpstr>
      <vt:lpstr>Times New Roman</vt:lpstr>
      <vt:lpstr>Wingdings</vt:lpstr>
      <vt:lpstr>Office 佈景主題</vt:lpstr>
      <vt:lpstr>嵌入式作業系統 ICP3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王睿讚</dc:creator>
  <cp:lastModifiedBy>王睿讚</cp:lastModifiedBy>
  <cp:revision>4</cp:revision>
  <dcterms:created xsi:type="dcterms:W3CDTF">2025-04-10T10:09:16Z</dcterms:created>
  <dcterms:modified xsi:type="dcterms:W3CDTF">2025-04-10T13:00:20Z</dcterms:modified>
</cp:coreProperties>
</file>