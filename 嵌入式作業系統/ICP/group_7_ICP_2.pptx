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  <p:sldId id="256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C81DA-0A49-9D98-311F-7F7FBD123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12FBCC-0827-1527-FDE7-2D975F7F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E44AED-947E-C925-00E0-4065E9DE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009F8-9DC6-0773-2486-BE65AA6F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0B6B4E-6EAB-C7A6-0862-37F29EC8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810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7EFD67-D921-AA94-BC91-63EC86FE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7C8FE5-B35A-19BE-BBCC-F9D94FBF0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E5AF1E-1909-E369-18F9-C6D054F38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405523-E56F-38DB-F3E5-4CA0510A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0A49A7-6CA9-EF1F-60FF-35B1E2F9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64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055799-7E68-23A1-CF4D-C7890DF2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5F223A-996A-FD1F-241B-0C1D1D499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2FFBF1-D1C7-0725-9D0D-822514F3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B87259-8AB2-7885-60B2-1045A96F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D2AE42-292E-F037-38AA-97D497EE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85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F32AA-7690-6303-6F3A-2DBC9569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B8079C-F3F0-8C55-5100-84C30592A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C9AEC5C-FBC6-F037-3EC3-4072C03D4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9E4E42-FBBC-5F14-B0F3-F863CDFF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1FCDC4-E64E-B14F-E722-9622F607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FBF85B-F588-E6FF-B9EF-95515037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69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BC844C-8724-8F40-8548-755A4D9C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6893FE-3075-9BA5-F6BF-733CD6823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9828A1-5BF8-6F83-6CD2-75BB7FE95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3DB368F-D95F-D801-C0CC-408DEB539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42EE2E-101B-B60D-0343-F98BCB4BA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16C866-A453-867A-87CC-9303BC596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BE0B55C-6732-5819-84C9-54B7481C8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8F7562-80A0-C8EC-B7FE-6C4B8C6B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17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6EDCC0-5721-7F53-9B37-B8EBEBDF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A5A9FF0-EB8E-F9C2-BD09-BB170732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AB8137-3807-2098-348C-D6D5F441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C0EBE9-63C3-6932-EE0C-FE987F38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36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EC9BF4C-CB61-5A43-9212-AA941914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D96107-5A94-5B13-79FB-ECDC81B8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B196D1-5EF7-479B-54A3-3F4D0BC4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5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AF48AF-206A-C01D-773C-153558B8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09006A-141E-5E48-398F-1A6B6D22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FC9EA7-2A75-A800-6D97-55FBA55CF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B9E5DB-61EA-82BB-2A05-79745EA0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21BC22-6E82-9AA7-36A8-D383ABFC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829E5C-CC76-F5DD-E2F5-41D1BC5F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27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DE0057-A30D-269F-53F8-28B93A8B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E064C39-F841-8551-3B17-92CE852B9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08AA9C9-E2E1-E0A5-B094-0A2BE0B28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0A8002-B7FE-7413-FDD5-EE072B2B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CC2C29-E99C-2609-4B53-17F394C1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05CB85-DB48-D02C-A3B1-BAC1B0C0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721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61807D-FD1C-C743-DBCB-368FA8108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4DDDB3-18F9-9AA4-0FC4-8058B5372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91CB51-AF34-F1A0-0013-DCD4C4B0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ECEF6F-0754-F183-5840-D0047E40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73FD93-EA4A-E8AA-BAEC-EBFB3C0F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41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93E6602-CD6B-224D-F29C-6558CC353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DCCB56-01B5-7327-F3F5-05963E47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C722AF-5637-F60C-7D42-19E20C74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86A1F6-C9CD-E086-14E5-971DD81E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F9BD3-C97F-182D-0077-C13CB5D1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12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E6020C-34CF-4A3D-A3E0-0A3EC024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D9B5C0-F4A9-6279-777E-3C452CC7B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9FC706-0196-23FB-D426-0B6F2CF52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3A008D-1AA3-4466-9BDE-2ACC4C323AEF}" type="datetimeFigureOut">
              <a:rPr lang="zh-TW" altLang="en-US" smtClean="0"/>
              <a:t>2025/3/27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71B2F8-A41D-4CAF-63B8-C124DA96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78468C-4C8F-51BC-CB2B-08939FC4F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B6FF3-6782-4AC4-A861-CF7775D7E7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51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A14C3-665F-E9AA-DD36-C0F38AFF7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嵌入式作業系統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ICP2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12BCC4F-F251-A14B-7986-6B2E46603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22537"/>
          </a:xfrm>
        </p:spPr>
        <p:txBody>
          <a:bodyPr>
            <a:normAutofit/>
          </a:bodyPr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組員：王睿讚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吳冠霆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潘柏翰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65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D89AAC6-1CFE-3855-454A-CB2001B11D7B}"/>
              </a:ext>
            </a:extLst>
          </p:cNvPr>
          <p:cNvSpPr txBox="1"/>
          <p:nvPr/>
        </p:nvSpPr>
        <p:spPr>
          <a:xfrm>
            <a:off x="508001" y="298878"/>
            <a:ext cx="3629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B50C4D6-438A-02EB-5B73-7F7E44823A3D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BE1743C-AC6C-5DBA-4F2C-2EE09A073CD1}"/>
              </a:ext>
            </a:extLst>
          </p:cNvPr>
          <p:cNvGrpSpPr/>
          <p:nvPr/>
        </p:nvGrpSpPr>
        <p:grpSpPr>
          <a:xfrm>
            <a:off x="531090" y="2015673"/>
            <a:ext cx="11129820" cy="951342"/>
            <a:chOff x="581891" y="1819404"/>
            <a:chExt cx="11129820" cy="951342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B69DE9D3-6FE9-4EFA-7FF1-BDF9533B7A0A}"/>
                </a:ext>
              </a:extLst>
            </p:cNvPr>
            <p:cNvSpPr txBox="1"/>
            <p:nvPr/>
          </p:nvSpPr>
          <p:spPr>
            <a:xfrm>
              <a:off x="581891" y="2064243"/>
              <a:ext cx="20689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writer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5D524C2-549E-BE07-DF8D-733F47900CDD}"/>
                </a:ext>
              </a:extLst>
            </p:cNvPr>
            <p:cNvSpPr/>
            <p:nvPr/>
          </p:nvSpPr>
          <p:spPr>
            <a:xfrm>
              <a:off x="581891" y="1819407"/>
              <a:ext cx="2068945" cy="9513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B4C23CE-C7B4-6DB9-2789-ED1ADFE423B7}"/>
                </a:ext>
              </a:extLst>
            </p:cNvPr>
            <p:cNvSpPr/>
            <p:nvPr/>
          </p:nvSpPr>
          <p:spPr>
            <a:xfrm>
              <a:off x="3602181" y="1819405"/>
              <a:ext cx="2068946" cy="9513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6A425BD-1544-5113-F625-3C9E4A4998B6}"/>
                </a:ext>
              </a:extLst>
            </p:cNvPr>
            <p:cNvSpPr/>
            <p:nvPr/>
          </p:nvSpPr>
          <p:spPr>
            <a:xfrm>
              <a:off x="6622472" y="1819405"/>
              <a:ext cx="2068947" cy="9513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52215F9-338A-DB5B-3763-A7DFF030EB99}"/>
                </a:ext>
              </a:extLst>
            </p:cNvPr>
            <p:cNvSpPr/>
            <p:nvPr/>
          </p:nvSpPr>
          <p:spPr>
            <a:xfrm>
              <a:off x="9642764" y="1819405"/>
              <a:ext cx="2068947" cy="9513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6D6FFFB9-1D84-38A3-F9CF-A674284CC035}"/>
                </a:ext>
              </a:extLst>
            </p:cNvPr>
            <p:cNvSpPr txBox="1"/>
            <p:nvPr/>
          </p:nvSpPr>
          <p:spPr>
            <a:xfrm>
              <a:off x="3602180" y="1879575"/>
              <a:ext cx="20689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RPI OS</a:t>
              </a:r>
            </a:p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(GPIO lib)</a:t>
              </a:r>
              <a:endPara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68B22E3B-96C9-C120-1C9B-0D4854FFB0B6}"/>
                </a:ext>
              </a:extLst>
            </p:cNvPr>
            <p:cNvSpPr txBox="1"/>
            <p:nvPr/>
          </p:nvSpPr>
          <p:spPr>
            <a:xfrm>
              <a:off x="6622472" y="1819405"/>
              <a:ext cx="20689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RPI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2C4AF88-32B4-D4CF-83F1-A23A26AEB836}"/>
                </a:ext>
              </a:extLst>
            </p:cNvPr>
            <p:cNvSpPr txBox="1"/>
            <p:nvPr/>
          </p:nvSpPr>
          <p:spPr>
            <a:xfrm>
              <a:off x="9642763" y="1819404"/>
              <a:ext cx="206894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GPIO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10DD2BD9-C7CC-793B-6BF1-378F2CB95B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91418" y="2276438"/>
              <a:ext cx="951344" cy="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62B61F1F-FEE9-8039-069A-DCB2D811A6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1128" y="2308762"/>
              <a:ext cx="951344" cy="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8919EE8-2C28-B5E9-4DB4-97D5DE14BEB8}"/>
              </a:ext>
            </a:extLst>
          </p:cNvPr>
          <p:cNvCxnSpPr>
            <a:cxnSpLocks/>
            <a:stCxn id="27" idx="0"/>
            <a:endCxn id="7" idx="2"/>
          </p:cNvCxnSpPr>
          <p:nvPr/>
        </p:nvCxnSpPr>
        <p:spPr>
          <a:xfrm flipV="1">
            <a:off x="4585853" y="2967013"/>
            <a:ext cx="0" cy="14538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1E1391-F5EC-113C-3D84-58FDCE34C764}"/>
              </a:ext>
            </a:extLst>
          </p:cNvPr>
          <p:cNvSpPr txBox="1"/>
          <p:nvPr/>
        </p:nvSpPr>
        <p:spPr>
          <a:xfrm>
            <a:off x="3609106" y="4678464"/>
            <a:ext cx="1953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B0C51D-03BB-54EE-6DDF-1B118467614A}"/>
              </a:ext>
            </a:extLst>
          </p:cNvPr>
          <p:cNvSpPr/>
          <p:nvPr/>
        </p:nvSpPr>
        <p:spPr>
          <a:xfrm>
            <a:off x="3551379" y="4420820"/>
            <a:ext cx="2068947" cy="9513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B28A1F95-536B-A695-8AFE-B5E967BCD806}"/>
              </a:ext>
            </a:extLst>
          </p:cNvPr>
          <p:cNvCxnSpPr>
            <a:cxnSpLocks/>
            <a:stCxn id="6" idx="2"/>
            <a:endCxn id="27" idx="1"/>
          </p:cNvCxnSpPr>
          <p:nvPr/>
        </p:nvCxnSpPr>
        <p:spPr>
          <a:xfrm rot="16200000" flipH="1">
            <a:off x="1593734" y="2938844"/>
            <a:ext cx="1929475" cy="19858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54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AE95C80-C73F-74A7-A825-E277E006F748}"/>
              </a:ext>
            </a:extLst>
          </p:cNvPr>
          <p:cNvSpPr txBox="1"/>
          <p:nvPr/>
        </p:nvSpPr>
        <p:spPr>
          <a:xfrm>
            <a:off x="508001" y="298878"/>
            <a:ext cx="3629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95964892-3238-7041-BF79-24C95E688CF0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4D727CA0-EE23-3503-8A03-821CA58D8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5" b="-1"/>
          <a:stretch/>
        </p:blipFill>
        <p:spPr>
          <a:xfrm>
            <a:off x="175760" y="2018091"/>
            <a:ext cx="7604223" cy="122497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BEE2BA5-7FDC-0B4C-B20F-C52A4D1CA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51" y="2018091"/>
            <a:ext cx="5197498" cy="183185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E32F3AD-BEB3-DCFB-190D-1C94E9CD9A13}"/>
              </a:ext>
            </a:extLst>
          </p:cNvPr>
          <p:cNvSpPr txBox="1"/>
          <p:nvPr/>
        </p:nvSpPr>
        <p:spPr>
          <a:xfrm>
            <a:off x="425566" y="1529984"/>
            <a:ext cx="1897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原本的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Makefile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983BC24-D74E-8AFF-CAB0-7962040B1D7A}"/>
              </a:ext>
            </a:extLst>
          </p:cNvPr>
          <p:cNvSpPr txBox="1"/>
          <p:nvPr/>
        </p:nvSpPr>
        <p:spPr>
          <a:xfrm>
            <a:off x="5760720" y="15299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更改後的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Makefile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66153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98AF512-8A04-5D69-4DF6-CC9BDED408F8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F4A4EC-7942-24C7-0E9D-2E7DAB3546FF}"/>
              </a:ext>
            </a:extLst>
          </p:cNvPr>
          <p:cNvSpPr txBox="1"/>
          <p:nvPr/>
        </p:nvSpPr>
        <p:spPr>
          <a:xfrm>
            <a:off x="508001" y="298878"/>
            <a:ext cx="3629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65FD825F-3196-6095-F91B-CEDBC963265D}"/>
              </a:ext>
            </a:extLst>
          </p:cNvPr>
          <p:cNvGrpSpPr/>
          <p:nvPr/>
        </p:nvGrpSpPr>
        <p:grpSpPr>
          <a:xfrm>
            <a:off x="508001" y="1297982"/>
            <a:ext cx="10292042" cy="3126236"/>
            <a:chOff x="508001" y="1787509"/>
            <a:chExt cx="10292042" cy="3126236"/>
          </a:xfrm>
        </p:grpSpPr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7345ADE1-1E9A-6C6F-7A1A-B3CB33997B06}"/>
                </a:ext>
              </a:extLst>
            </p:cNvPr>
            <p:cNvGrpSpPr/>
            <p:nvPr/>
          </p:nvGrpSpPr>
          <p:grpSpPr>
            <a:xfrm>
              <a:off x="508001" y="2336799"/>
              <a:ext cx="10292042" cy="2576946"/>
              <a:chOff x="508001" y="1579417"/>
              <a:chExt cx="10292042" cy="2576946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EABD2F-7EB8-E7FA-5FB0-AF6C440FFB73}"/>
                  </a:ext>
                </a:extLst>
              </p:cNvPr>
              <p:cNvSpPr/>
              <p:nvPr/>
            </p:nvSpPr>
            <p:spPr>
              <a:xfrm>
                <a:off x="835891" y="2438400"/>
                <a:ext cx="1399310" cy="73866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EE69068-F95C-C09D-06B1-366744C9C812}"/>
                  </a:ext>
                </a:extLst>
              </p:cNvPr>
              <p:cNvSpPr txBox="1"/>
              <p:nvPr/>
            </p:nvSpPr>
            <p:spPr>
              <a:xfrm>
                <a:off x="609601" y="2253672"/>
                <a:ext cx="185650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dirty="0"/>
              </a:p>
              <a:p>
                <a:pPr algn="ctr"/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writer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21E4D4B-E008-9917-7591-7934E6787456}"/>
                  </a:ext>
                </a:extLst>
              </p:cNvPr>
              <p:cNvSpPr/>
              <p:nvPr/>
            </p:nvSpPr>
            <p:spPr>
              <a:xfrm>
                <a:off x="3515013" y="2438400"/>
                <a:ext cx="1399310" cy="73866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3DFCCF5-40E0-B09A-05DF-9448561A4F90}"/>
                  </a:ext>
                </a:extLst>
              </p:cNvPr>
              <p:cNvSpPr/>
              <p:nvPr/>
            </p:nvSpPr>
            <p:spPr>
              <a:xfrm>
                <a:off x="8873258" y="2429644"/>
                <a:ext cx="1399310" cy="73866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D2F48FD1-20D5-8158-813F-4B9185EF610E}"/>
                  </a:ext>
                </a:extLst>
              </p:cNvPr>
              <p:cNvSpPr/>
              <p:nvPr/>
            </p:nvSpPr>
            <p:spPr>
              <a:xfrm>
                <a:off x="6194136" y="2429404"/>
                <a:ext cx="1399310" cy="738665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5" name="直線單箭頭接點 14">
                <a:extLst>
                  <a:ext uri="{FF2B5EF4-FFF2-40B4-BE49-F238E27FC236}">
                    <a16:creationId xmlns:a16="http://schemas.microsoft.com/office/drawing/2014/main" id="{915FFB05-9383-C1DF-CB50-7AA58320F636}"/>
                  </a:ext>
                </a:extLst>
              </p:cNvPr>
              <p:cNvCxnSpPr>
                <a:cxnSpLocks/>
                <a:endCxn id="10" idx="1"/>
              </p:cNvCxnSpPr>
              <p:nvPr/>
            </p:nvCxnSpPr>
            <p:spPr>
              <a:xfrm>
                <a:off x="2235201" y="2807733"/>
                <a:ext cx="127981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C29600EA-295A-2177-F6C7-BB619B7B93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4323" y="2812230"/>
                <a:ext cx="127981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單箭頭接點 20">
                <a:extLst>
                  <a:ext uri="{FF2B5EF4-FFF2-40B4-BE49-F238E27FC236}">
                    <a16:creationId xmlns:a16="http://schemas.microsoft.com/office/drawing/2014/main" id="{3F39EE67-2E1C-98DC-EAF8-E46C4440A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3446" y="2807611"/>
                <a:ext cx="127981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C7EAD13C-918C-571A-425F-775AB90C20B0}"/>
                  </a:ext>
                </a:extLst>
              </p:cNvPr>
              <p:cNvSpPr txBox="1"/>
              <p:nvPr/>
            </p:nvSpPr>
            <p:spPr>
              <a:xfrm>
                <a:off x="3515013" y="2263149"/>
                <a:ext cx="139930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dirty="0"/>
              </a:p>
              <a:p>
                <a:pPr algn="ctr"/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driver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BE78713-62FA-BB3C-DE8D-755A4C69A077}"/>
                  </a:ext>
                </a:extLst>
              </p:cNvPr>
              <p:cNvSpPr txBox="1"/>
              <p:nvPr/>
            </p:nvSpPr>
            <p:spPr>
              <a:xfrm>
                <a:off x="8901829" y="2253671"/>
                <a:ext cx="139930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dirty="0"/>
              </a:p>
              <a:p>
                <a:pPr algn="ctr"/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seg.py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A6F9C766-4F13-068E-BEAA-5750650A6F52}"/>
                  </a:ext>
                </a:extLst>
              </p:cNvPr>
              <p:cNvSpPr txBox="1"/>
              <p:nvPr/>
            </p:nvSpPr>
            <p:spPr>
              <a:xfrm>
                <a:off x="6222708" y="2263149"/>
                <a:ext cx="139930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dirty="0"/>
              </a:p>
              <a:p>
                <a:pPr algn="ctr"/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reader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61FA74F-A3F2-4460-C59D-0A9574E856F3}"/>
                  </a:ext>
                </a:extLst>
              </p:cNvPr>
              <p:cNvSpPr/>
              <p:nvPr/>
            </p:nvSpPr>
            <p:spPr>
              <a:xfrm>
                <a:off x="508001" y="1579418"/>
                <a:ext cx="7379854" cy="2576945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1017F0E-E0A7-8383-62A8-AE6FE2092CD5}"/>
                  </a:ext>
                </a:extLst>
              </p:cNvPr>
              <p:cNvSpPr/>
              <p:nvPr/>
            </p:nvSpPr>
            <p:spPr>
              <a:xfrm>
                <a:off x="8402923" y="1579417"/>
                <a:ext cx="2397120" cy="2576945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79ABFE31-E56C-F2BD-7765-BF4B1D73D765}"/>
                </a:ext>
              </a:extLst>
            </p:cNvPr>
            <p:cNvSpPr txBox="1"/>
            <p:nvPr/>
          </p:nvSpPr>
          <p:spPr>
            <a:xfrm>
              <a:off x="3124776" y="1787509"/>
              <a:ext cx="21797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Raspberry pi</a:t>
              </a:r>
              <a:endPara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89BAB02D-D09A-EBFB-012A-AC45C3CAB74A}"/>
                </a:ext>
              </a:extLst>
            </p:cNvPr>
            <p:cNvSpPr txBox="1"/>
            <p:nvPr/>
          </p:nvSpPr>
          <p:spPr>
            <a:xfrm>
              <a:off x="9273308" y="1879842"/>
              <a:ext cx="11083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VM</a:t>
              </a:r>
              <a:endPara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7B6A7FD-718E-694E-BE97-CA827E07D4AA}"/>
              </a:ext>
            </a:extLst>
          </p:cNvPr>
          <p:cNvSpPr txBox="1"/>
          <p:nvPr/>
        </p:nvSpPr>
        <p:spPr>
          <a:xfrm>
            <a:off x="508001" y="4692073"/>
            <a:ext cx="102920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首先將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接收到的字串從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user space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傳到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 space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轉譯成二進位編碼。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將二進位編碼從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 space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user space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並透過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socket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傳到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最後透過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seg.py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印出輸出結果。</a:t>
            </a:r>
          </a:p>
        </p:txBody>
      </p:sp>
    </p:spTree>
    <p:extLst>
      <p:ext uri="{BB962C8B-B14F-4D97-AF65-F5344CB8AC3E}">
        <p14:creationId xmlns:p14="http://schemas.microsoft.com/office/powerpoint/2010/main" val="369932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122</Words>
  <Application>Microsoft Office PowerPoint</Application>
  <PresentationFormat>寬螢幕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標楷體</vt:lpstr>
      <vt:lpstr>Aptos</vt:lpstr>
      <vt:lpstr>Aptos Display</vt:lpstr>
      <vt:lpstr>Arial</vt:lpstr>
      <vt:lpstr>Times New Roman</vt:lpstr>
      <vt:lpstr>Office 佈景主題</vt:lpstr>
      <vt:lpstr>嵌入式作業系統 ICP2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王睿讚</dc:creator>
  <cp:lastModifiedBy>王睿讚</cp:lastModifiedBy>
  <cp:revision>4</cp:revision>
  <dcterms:created xsi:type="dcterms:W3CDTF">2025-03-26T07:02:44Z</dcterms:created>
  <dcterms:modified xsi:type="dcterms:W3CDTF">2025-03-27T12:00:21Z</dcterms:modified>
</cp:coreProperties>
</file>