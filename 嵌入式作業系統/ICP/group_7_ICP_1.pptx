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C4E750-9EF2-8478-D6B0-90AAA1A27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5862E46-CEAC-CBBA-9963-DBA8E8746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C97DB4-90B1-9214-F8B7-72C41E57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A82CB5-29AD-C8DC-D11F-D8A80788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71BB71-CC0A-7355-A6B1-289863A2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46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E69B2-582D-C5A2-EB78-F0D743F9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8771E7-E791-9FB8-0733-89556B88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3D53AA-A454-2EAE-BBB6-34EF112B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E33E2B-9373-D8EC-B95E-CA24A133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1D05E0-105C-C4BD-F8F3-C09BB752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74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57BAD-2E63-D9EE-A49F-802AE76D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8860D7-B880-4414-4208-4EACB5D9D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DDB228-524F-6195-8731-AA4D2D7D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0DD338-8995-A949-3A36-089E7090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0EE3DF-A3E0-3D23-FA70-F545CDB7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94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BA856F-4AA3-58D8-C4B1-02516A5A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266CC8-35B1-11A1-C0F3-D7E9984EC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FA6858-0E30-9C7D-D98B-6FFE22E45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F04498-4B43-4DE8-FA1C-B9947D9C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9E24857-EBF7-5FB9-9A7F-F48D93D0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949F06-A8D8-A46B-78BC-5D346BA1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02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D1FBA-6EFF-E281-3BF9-89E977C6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5F7AD9-A59A-F391-07C7-239682407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81B4F5-728B-F3A7-D6BC-FF074B64C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08CC575-9314-10C2-BDCF-CD13C7471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D189507-6C7C-6FE6-26D0-7AD0668C5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31CEE3-54F3-E63B-3221-78F9B5E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1D9777-E922-7B7E-5BC2-81988CCE4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4AF674D-D2AC-90C8-67CE-5CD62FA3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314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999895-13E2-B91A-8A92-70714E6D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607719B-2260-7F33-9FA1-5C3D8738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BADA980-5967-5B19-8BCA-9F874D01A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F8780B-0DB7-A4BC-266B-8F3362FB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7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FE6D78-EE21-3395-8374-5BAD6450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BDC3713-0764-5D0A-6C69-36C2E434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2E205-71E3-222F-6F53-DCC3F205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92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DA5B53-3BA1-22A4-2814-D353C1FE0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382660-AFE9-D391-D2E0-E2CDEDFE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9F3B7F-205C-6538-DBC1-A4FB7F2E1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046FA7-FABB-3CCD-7C0E-0060AA5A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ECBFBD-21ED-AA28-34A9-BDADC7059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4F65DB-F7C2-BEB6-C0EF-7BF75C24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593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FE8BD6-7269-170A-6E7E-92F705F3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B9BCD9-6962-117F-B607-C32A3768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E4ADBC-C5FF-6FFB-CAEF-22D6527DB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AE0247-548C-2D01-655F-F3559CF5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597BE9-1002-D3C9-5169-623A3048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03C4BD-FAEB-9F30-5B2A-001F0285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06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B424A-E7A9-ADE1-4BE3-7EF9710E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C5E0EBD-07EA-ABB7-5665-8F7FC97EC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040D7D-3F84-7FF3-1633-030E1946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925470-F798-E4AB-4D5E-ED82B742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25C84F-C3A1-87F6-C955-C062BDB7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563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E74132-2F4C-0872-F44B-A1061FA43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B1B395-4DEE-EE51-B205-62CBE3E89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3F6C9C-9BA8-B0B2-7A4C-5ED54747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931BA-86B4-04ED-E679-CB88B9DB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C1598B-094D-605F-CCE4-B70EEE3B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30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6DED422-678B-713B-F1FB-FF0477EC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AB7811-8245-8C4F-7388-113648259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343390-3A03-707A-5E46-FD0B85F37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31A04-89E7-4B96-A8F3-98CB3918A91D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4606F1-D2E9-0DFE-8BAC-0015BF38C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9AB51D-F95F-AD53-C5F7-17E8698E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3A26F-2BA0-4C22-96B5-E30A5B683F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659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A14C3-665F-E9AA-DD36-C0F38AFF7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嵌入式作業系統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ICP1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12BCC4F-F251-A14B-7986-6B2E46603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22537"/>
          </a:xfrm>
        </p:spPr>
        <p:txBody>
          <a:bodyPr>
            <a:normAutofit/>
          </a:bodyPr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組員：王睿讚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吳冠霆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潘柏翰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657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623296-4D16-3F5B-1275-47D9617C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LAB1 VM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4D9255-D1FE-2441-08B6-D53BAF466978}"/>
              </a:ext>
            </a:extLst>
          </p:cNvPr>
          <p:cNvSpPr/>
          <p:nvPr/>
        </p:nvSpPr>
        <p:spPr>
          <a:xfrm>
            <a:off x="1256145" y="2032000"/>
            <a:ext cx="1801091" cy="8914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7285239-C021-08F4-AD47-799C351D5EBA}"/>
              </a:ext>
            </a:extLst>
          </p:cNvPr>
          <p:cNvSpPr txBox="1"/>
          <p:nvPr/>
        </p:nvSpPr>
        <p:spPr>
          <a:xfrm>
            <a:off x="1256146" y="2032000"/>
            <a:ext cx="1801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  <a:p>
            <a:pPr algn="ctr"/>
            <a:r>
              <a:rPr lang="zh-TW" altLang="en-US" dirty="0"/>
              <a:t>虛擬機</a:t>
            </a:r>
            <a:endParaRPr lang="en-US" altLang="zh-TW" dirty="0"/>
          </a:p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3C7A56-D9F9-391C-1F44-0BA55B34CE81}"/>
              </a:ext>
            </a:extLst>
          </p:cNvPr>
          <p:cNvSpPr/>
          <p:nvPr/>
        </p:nvSpPr>
        <p:spPr>
          <a:xfrm>
            <a:off x="1256145" y="3726873"/>
            <a:ext cx="1801091" cy="8914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6A30063-6314-63E5-D6DA-ACD92E8E3548}"/>
              </a:ext>
            </a:extLst>
          </p:cNvPr>
          <p:cNvSpPr txBox="1"/>
          <p:nvPr/>
        </p:nvSpPr>
        <p:spPr>
          <a:xfrm>
            <a:off x="-891310" y="3987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本機</a:t>
            </a:r>
            <a:endParaRPr lang="en-US" altLang="zh-TW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4479A25-D3D9-CE6A-C028-ECA90377ED27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2156691" y="2955330"/>
            <a:ext cx="0" cy="7715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E8A31476-BEFE-BC58-0CEE-72BF9BD16594}"/>
              </a:ext>
            </a:extLst>
          </p:cNvPr>
          <p:cNvSpPr/>
          <p:nvPr/>
        </p:nvSpPr>
        <p:spPr>
          <a:xfrm>
            <a:off x="4257961" y="1850061"/>
            <a:ext cx="1290783" cy="60079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0FF3A2-C7ED-A597-F75F-D7573DB43316}"/>
              </a:ext>
            </a:extLst>
          </p:cNvPr>
          <p:cNvSpPr/>
          <p:nvPr/>
        </p:nvSpPr>
        <p:spPr>
          <a:xfrm>
            <a:off x="4257964" y="2520124"/>
            <a:ext cx="1290775" cy="5967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E29E00E-73DF-D8EE-994B-E3EA425EA609}"/>
              </a:ext>
            </a:extLst>
          </p:cNvPr>
          <p:cNvSpPr txBox="1"/>
          <p:nvPr/>
        </p:nvSpPr>
        <p:spPr>
          <a:xfrm>
            <a:off x="4419595" y="1977587"/>
            <a:ext cx="149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介面卡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1828217-7A85-4804-EDBC-B78CF8AD8BB0}"/>
              </a:ext>
            </a:extLst>
          </p:cNvPr>
          <p:cNvSpPr txBox="1"/>
          <p:nvPr/>
        </p:nvSpPr>
        <p:spPr>
          <a:xfrm>
            <a:off x="4391892" y="2637143"/>
            <a:ext cx="654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介面卡</a:t>
            </a:r>
            <a:r>
              <a:rPr lang="en-US" altLang="zh-TW" dirty="0"/>
              <a:t>2</a:t>
            </a:r>
            <a:endParaRPr lang="zh-TW" altLang="en-US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8520E196-BAED-15F6-56A8-A2880846BD23}"/>
              </a:ext>
            </a:extLst>
          </p:cNvPr>
          <p:cNvCxnSpPr/>
          <p:nvPr/>
        </p:nvCxnSpPr>
        <p:spPr>
          <a:xfrm>
            <a:off x="3057236" y="2162811"/>
            <a:ext cx="120072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86BAB3BF-995D-6A7D-7291-46F4838169FF}"/>
              </a:ext>
            </a:extLst>
          </p:cNvPr>
          <p:cNvCxnSpPr/>
          <p:nvPr/>
        </p:nvCxnSpPr>
        <p:spPr>
          <a:xfrm>
            <a:off x="3057236" y="2749075"/>
            <a:ext cx="120072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D8D199BD-7453-32F5-F94F-D8491E0A8B96}"/>
              </a:ext>
            </a:extLst>
          </p:cNvPr>
          <p:cNvCxnSpPr>
            <a:cxnSpLocks/>
          </p:cNvCxnSpPr>
          <p:nvPr/>
        </p:nvCxnSpPr>
        <p:spPr>
          <a:xfrm flipV="1">
            <a:off x="5548736" y="2150458"/>
            <a:ext cx="2859973" cy="117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16EBFA9-69C5-9A68-8291-AAE6193BD461}"/>
              </a:ext>
            </a:extLst>
          </p:cNvPr>
          <p:cNvSpPr txBox="1"/>
          <p:nvPr/>
        </p:nvSpPr>
        <p:spPr>
          <a:xfrm>
            <a:off x="8408709" y="1945693"/>
            <a:ext cx="654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連接外部網路</a:t>
            </a: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68778F65-258A-3382-917C-9551FAD86D4B}"/>
              </a:ext>
            </a:extLst>
          </p:cNvPr>
          <p:cNvCxnSpPr>
            <a:cxnSpLocks/>
          </p:cNvCxnSpPr>
          <p:nvPr/>
        </p:nvCxnSpPr>
        <p:spPr>
          <a:xfrm flipV="1">
            <a:off x="5548736" y="2749075"/>
            <a:ext cx="2364218" cy="55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3816673D-6E5F-F225-F3B6-E0D8AEF6F29D}"/>
              </a:ext>
            </a:extLst>
          </p:cNvPr>
          <p:cNvSpPr/>
          <p:nvPr/>
        </p:nvSpPr>
        <p:spPr>
          <a:xfrm>
            <a:off x="7912954" y="2501569"/>
            <a:ext cx="1290775" cy="5967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ED56D79-DA09-D2FD-29AE-FF25FE3765A8}"/>
              </a:ext>
            </a:extLst>
          </p:cNvPr>
          <p:cNvSpPr txBox="1"/>
          <p:nvPr/>
        </p:nvSpPr>
        <p:spPr>
          <a:xfrm>
            <a:off x="8117563" y="2615263"/>
            <a:ext cx="7093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樹梅派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7A87D66-9984-9C85-E59A-8B3A1F2A4B29}"/>
              </a:ext>
            </a:extLst>
          </p:cNvPr>
          <p:cNvSpPr txBox="1"/>
          <p:nvPr/>
        </p:nvSpPr>
        <p:spPr>
          <a:xfrm>
            <a:off x="5681905" y="2818484"/>
            <a:ext cx="2302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Bridged Adapter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A079BF4-EEF3-95FB-E97E-22165B138148}"/>
              </a:ext>
            </a:extLst>
          </p:cNvPr>
          <p:cNvSpPr txBox="1"/>
          <p:nvPr/>
        </p:nvSpPr>
        <p:spPr>
          <a:xfrm>
            <a:off x="5681905" y="1713880"/>
            <a:ext cx="6186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NAT/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Bridged Adapter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模式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9C94AA4A-20C2-C826-5945-96BE3130D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872" y="323069"/>
            <a:ext cx="4528127" cy="1256090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5FF20452-7630-ED8E-787A-842B73BFD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873" y="3521719"/>
            <a:ext cx="4528127" cy="133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7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06F13-A217-9E2F-D0DB-DC270685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366E15-D74E-489D-1073-A48B26F02868}"/>
              </a:ext>
            </a:extLst>
          </p:cNvPr>
          <p:cNvSpPr/>
          <p:nvPr/>
        </p:nvSpPr>
        <p:spPr>
          <a:xfrm>
            <a:off x="1247775" y="1914526"/>
            <a:ext cx="1643207" cy="8102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A3A6314-3F90-C564-767A-3912F376FA89}"/>
              </a:ext>
            </a:extLst>
          </p:cNvPr>
          <p:cNvSpPr txBox="1"/>
          <p:nvPr/>
        </p:nvSpPr>
        <p:spPr>
          <a:xfrm>
            <a:off x="1228720" y="1852470"/>
            <a:ext cx="176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安裝官方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8E7460CF-D448-7B66-740B-0C6C1B5E512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890982" y="2319627"/>
            <a:ext cx="1945842" cy="18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93B06EC-FF53-C390-F125-2301609FB2C3}"/>
              </a:ext>
            </a:extLst>
          </p:cNvPr>
          <p:cNvSpPr/>
          <p:nvPr/>
        </p:nvSpPr>
        <p:spPr>
          <a:xfrm>
            <a:off x="4836824" y="1933174"/>
            <a:ext cx="1560080" cy="8102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2BF2E82-319F-030B-F544-551AA707E809}"/>
              </a:ext>
            </a:extLst>
          </p:cNvPr>
          <p:cNvSpPr txBox="1"/>
          <p:nvPr/>
        </p:nvSpPr>
        <p:spPr>
          <a:xfrm>
            <a:off x="5015203" y="2153047"/>
            <a:ext cx="156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卡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F12BA16C-70AD-9EE8-27A7-B0C6576BD6B8}"/>
              </a:ext>
            </a:extLst>
          </p:cNvPr>
          <p:cNvCxnSpPr>
            <a:cxnSpLocks/>
          </p:cNvCxnSpPr>
          <p:nvPr/>
        </p:nvCxnSpPr>
        <p:spPr>
          <a:xfrm>
            <a:off x="6414512" y="2348811"/>
            <a:ext cx="12209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CCA711B-DAF4-A187-F200-178A2AC2FE5A}"/>
              </a:ext>
            </a:extLst>
          </p:cNvPr>
          <p:cNvSpPr/>
          <p:nvPr/>
        </p:nvSpPr>
        <p:spPr>
          <a:xfrm>
            <a:off x="7635442" y="1917125"/>
            <a:ext cx="1560080" cy="8102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DD95956-A02D-1F14-B074-C9D068ACD65D}"/>
              </a:ext>
            </a:extLst>
          </p:cNvPr>
          <p:cNvSpPr txBox="1"/>
          <p:nvPr/>
        </p:nvSpPr>
        <p:spPr>
          <a:xfrm>
            <a:off x="7635442" y="1713970"/>
            <a:ext cx="1560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插入樹梅派開機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BD4D750-49A3-ECB3-698F-896E2756F344}"/>
              </a:ext>
            </a:extLst>
          </p:cNvPr>
          <p:cNvCxnSpPr>
            <a:cxnSpLocks/>
          </p:cNvCxnSpPr>
          <p:nvPr/>
        </p:nvCxnSpPr>
        <p:spPr>
          <a:xfrm>
            <a:off x="9195522" y="2314135"/>
            <a:ext cx="1238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C4AA9C0-A2E2-E853-5A95-FE8E569C9D20}"/>
              </a:ext>
            </a:extLst>
          </p:cNvPr>
          <p:cNvSpPr txBox="1"/>
          <p:nvPr/>
        </p:nvSpPr>
        <p:spPr>
          <a:xfrm>
            <a:off x="10434060" y="2129469"/>
            <a:ext cx="156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測試效能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31D3E6-EBFA-712B-31D9-A6195F6D8A1E}"/>
              </a:ext>
            </a:extLst>
          </p:cNvPr>
          <p:cNvSpPr/>
          <p:nvPr/>
        </p:nvSpPr>
        <p:spPr>
          <a:xfrm>
            <a:off x="1247776" y="4980769"/>
            <a:ext cx="1560080" cy="8102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775722-E64E-6AE0-7D56-8F7F2CAC9AA3}"/>
              </a:ext>
            </a:extLst>
          </p:cNvPr>
          <p:cNvSpPr/>
          <p:nvPr/>
        </p:nvSpPr>
        <p:spPr>
          <a:xfrm>
            <a:off x="1247776" y="3440720"/>
            <a:ext cx="1643206" cy="8102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B928CB8-91C7-E66A-70E2-E0DBC07504E1}"/>
              </a:ext>
            </a:extLst>
          </p:cNvPr>
          <p:cNvSpPr txBox="1"/>
          <p:nvPr/>
        </p:nvSpPr>
        <p:spPr>
          <a:xfrm>
            <a:off x="1226996" y="3276849"/>
            <a:ext cx="1633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  <a:p>
            <a:pPr algn="ctr"/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保留必要功能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BE76BBA-99F3-0A01-978B-B683F6B240D8}"/>
              </a:ext>
            </a:extLst>
          </p:cNvPr>
          <p:cNvSpPr txBox="1"/>
          <p:nvPr/>
        </p:nvSpPr>
        <p:spPr>
          <a:xfrm>
            <a:off x="1330902" y="4975977"/>
            <a:ext cx="156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  <a:p>
            <a:r>
              <a:rPr lang="en-US" altLang="zh-TW" dirty="0"/>
              <a:t>Patch kernel</a:t>
            </a:r>
            <a:endParaRPr lang="zh-TW" altLang="en-US" dirty="0"/>
          </a:p>
        </p:txBody>
      </p: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58EFCFAC-C9CA-F3A0-1E3D-A20FD8078BD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890982" y="2343066"/>
            <a:ext cx="484911" cy="150275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5ABB14D4-66F2-0097-52A1-87AC68AEA82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68076" y="3578053"/>
            <a:ext cx="3047595" cy="568039"/>
          </a:xfrm>
          <a:prstGeom prst="bentConnector3">
            <a:avLst>
              <a:gd name="adj1" fmla="val -121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D92014A-D13A-F87F-BC7E-A85B020FCD7F}"/>
              </a:ext>
            </a:extLst>
          </p:cNvPr>
          <p:cNvSpPr txBox="1"/>
          <p:nvPr/>
        </p:nvSpPr>
        <p:spPr>
          <a:xfrm>
            <a:off x="3544671" y="1650014"/>
            <a:ext cx="1192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9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13E0C267-26F1-5398-54CF-3260EEDA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改善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0352E1-1BF5-9A21-ED69-FC3969134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使用外接硬碟優點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編譯時使用電腦的全部效能，可以讓編譯時間縮短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(40-60min-&gt;20min)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則有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數量過半效能降低的問題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833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120</Words>
  <Application>Microsoft Office PowerPoint</Application>
  <PresentationFormat>寬螢幕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標楷體</vt:lpstr>
      <vt:lpstr>Aptos</vt:lpstr>
      <vt:lpstr>Aptos Display</vt:lpstr>
      <vt:lpstr>Arial</vt:lpstr>
      <vt:lpstr>Times New Roman</vt:lpstr>
      <vt:lpstr>Office 佈景主題</vt:lpstr>
      <vt:lpstr>嵌入式作業系統 ICP1</vt:lpstr>
      <vt:lpstr>LAB1 VM</vt:lpstr>
      <vt:lpstr>LAB2</vt:lpstr>
      <vt:lpstr>LAB1、2改善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王睿讚</dc:creator>
  <cp:lastModifiedBy>王睿讚</cp:lastModifiedBy>
  <cp:revision>2</cp:revision>
  <dcterms:created xsi:type="dcterms:W3CDTF">2025-03-13T10:33:00Z</dcterms:created>
  <dcterms:modified xsi:type="dcterms:W3CDTF">2025-03-13T12:47:55Z</dcterms:modified>
</cp:coreProperties>
</file>