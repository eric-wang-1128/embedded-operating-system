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62" r:id="rId4"/>
    <p:sldId id="265" r:id="rId5"/>
    <p:sldId id="268" r:id="rId6"/>
    <p:sldId id="258" r:id="rId7"/>
    <p:sldId id="259" r:id="rId8"/>
    <p:sldId id="263" r:id="rId9"/>
    <p:sldId id="271" r:id="rId10"/>
    <p:sldId id="269" r:id="rId11"/>
    <p:sldId id="260" r:id="rId12"/>
    <p:sldId id="270" r:id="rId13"/>
  </p:sldIdLst>
  <p:sldSz cx="12192000" cy="6858000"/>
  <p:notesSz cx="6858000" cy="9144000"/>
  <p:embeddedFontLst>
    <p:embeddedFont>
      <p:font typeface="Century Gothic" panose="020B0502020202020204" pitchFamily="34" charset="0"/>
      <p:regular r:id="rId15"/>
      <p:bold r:id="rId16"/>
      <p:italic r:id="rId17"/>
      <p:boldItalic r:id="rId18"/>
    </p:embeddedFont>
    <p:embeddedFont>
      <p:font typeface="Merriweather" panose="00000500000000000000" pitchFamily="2" charset="0"/>
      <p:regular r:id="rId19"/>
      <p:bold r:id="rId20"/>
      <p:italic r:id="rId21"/>
      <p:boldItalic r:id="rId22"/>
    </p:embeddedFont>
    <p:embeddedFont>
      <p:font typeface="Roboto" panose="02000000000000000000" pitchFamily="2" charset="0"/>
      <p:regular r:id="rId23"/>
      <p:bold r:id="rId24"/>
      <p:italic r:id="rId25"/>
      <p:boldItalic r:id="rId26"/>
    </p:embeddedFont>
    <p:embeddedFont>
      <p:font typeface="微軟正黑體" panose="020B0604030504040204" pitchFamily="34" charset="-120"/>
      <p:regular r:id="rId27"/>
      <p:bold r:id="rId28"/>
    </p:embeddedFont>
    <p:embeddedFont>
      <p:font typeface="標楷體" panose="03000509000000000000" pitchFamily="65" charset="-120"/>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vnDAN81qKImaT/9tOt5tyzrOYI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 name="Google Shape;6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ED537593-988B-09D2-06BA-1F8C0ED5844B}"/>
            </a:ext>
          </a:extLst>
        </p:cNvPr>
        <p:cNvGrpSpPr/>
        <p:nvPr/>
      </p:nvGrpSpPr>
      <p:grpSpPr>
        <a:xfrm>
          <a:off x="0" y="0"/>
          <a:ext cx="0" cy="0"/>
          <a:chOff x="0" y="0"/>
          <a:chExt cx="0" cy="0"/>
        </a:xfrm>
      </p:grpSpPr>
      <p:sp>
        <p:nvSpPr>
          <p:cNvPr id="73" name="Google Shape;73;p2:notes">
            <a:extLst>
              <a:ext uri="{FF2B5EF4-FFF2-40B4-BE49-F238E27FC236}">
                <a16:creationId xmlns:a16="http://schemas.microsoft.com/office/drawing/2014/main" id="{1A124385-795B-0021-6D3F-1E85607B06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a:extLst>
              <a:ext uri="{FF2B5EF4-FFF2-40B4-BE49-F238E27FC236}">
                <a16:creationId xmlns:a16="http://schemas.microsoft.com/office/drawing/2014/main" id="{256DA608-2893-0E4E-C98C-F259FEAC79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1207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999CB8FA-FE84-4A8A-0C2C-593000592094}"/>
            </a:ext>
          </a:extLst>
        </p:cNvPr>
        <p:cNvGrpSpPr/>
        <p:nvPr/>
      </p:nvGrpSpPr>
      <p:grpSpPr>
        <a:xfrm>
          <a:off x="0" y="0"/>
          <a:ext cx="0" cy="0"/>
          <a:chOff x="0" y="0"/>
          <a:chExt cx="0" cy="0"/>
        </a:xfrm>
      </p:grpSpPr>
      <p:sp>
        <p:nvSpPr>
          <p:cNvPr id="73" name="Google Shape;73;p2:notes">
            <a:extLst>
              <a:ext uri="{FF2B5EF4-FFF2-40B4-BE49-F238E27FC236}">
                <a16:creationId xmlns:a16="http://schemas.microsoft.com/office/drawing/2014/main" id="{1ED4D314-201A-843D-9836-C737B7D0CE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a:extLst>
              <a:ext uri="{FF2B5EF4-FFF2-40B4-BE49-F238E27FC236}">
                <a16:creationId xmlns:a16="http://schemas.microsoft.com/office/drawing/2014/main" id="{855B282B-A12B-336B-9E08-980EC668B1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3593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7152705A-9CF8-28D4-6D50-15EBED8A26D9}"/>
            </a:ext>
          </a:extLst>
        </p:cNvPr>
        <p:cNvGrpSpPr/>
        <p:nvPr/>
      </p:nvGrpSpPr>
      <p:grpSpPr>
        <a:xfrm>
          <a:off x="0" y="0"/>
          <a:ext cx="0" cy="0"/>
          <a:chOff x="0" y="0"/>
          <a:chExt cx="0" cy="0"/>
        </a:xfrm>
      </p:grpSpPr>
      <p:sp>
        <p:nvSpPr>
          <p:cNvPr id="73" name="Google Shape;73;p2:notes">
            <a:extLst>
              <a:ext uri="{FF2B5EF4-FFF2-40B4-BE49-F238E27FC236}">
                <a16:creationId xmlns:a16="http://schemas.microsoft.com/office/drawing/2014/main" id="{D424A83E-EE40-2A14-7B77-93A93BB5EA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a:extLst>
              <a:ext uri="{FF2B5EF4-FFF2-40B4-BE49-F238E27FC236}">
                <a16:creationId xmlns:a16="http://schemas.microsoft.com/office/drawing/2014/main" id="{8D0F2A88-FDBC-176D-18F7-350DCCCE01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3133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DF5A518C-5641-F456-789D-6306A9235ECB}"/>
            </a:ext>
          </a:extLst>
        </p:cNvPr>
        <p:cNvGrpSpPr/>
        <p:nvPr/>
      </p:nvGrpSpPr>
      <p:grpSpPr>
        <a:xfrm>
          <a:off x="0" y="0"/>
          <a:ext cx="0" cy="0"/>
          <a:chOff x="0" y="0"/>
          <a:chExt cx="0" cy="0"/>
        </a:xfrm>
      </p:grpSpPr>
      <p:sp>
        <p:nvSpPr>
          <p:cNvPr id="85" name="Google Shape;85;p4:notes">
            <a:extLst>
              <a:ext uri="{FF2B5EF4-FFF2-40B4-BE49-F238E27FC236}">
                <a16:creationId xmlns:a16="http://schemas.microsoft.com/office/drawing/2014/main" id="{6959BA02-7BC0-E26B-8777-7A57751FF1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4:notes">
            <a:extLst>
              <a:ext uri="{FF2B5EF4-FFF2-40B4-BE49-F238E27FC236}">
                <a16:creationId xmlns:a16="http://schemas.microsoft.com/office/drawing/2014/main" id="{89098E66-1190-F8BE-5097-C267B4790F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0971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AAEB77BD-196E-A62B-FA58-8F665535FF20}"/>
            </a:ext>
          </a:extLst>
        </p:cNvPr>
        <p:cNvGrpSpPr/>
        <p:nvPr/>
      </p:nvGrpSpPr>
      <p:grpSpPr>
        <a:xfrm>
          <a:off x="0" y="0"/>
          <a:ext cx="0" cy="0"/>
          <a:chOff x="0" y="0"/>
          <a:chExt cx="0" cy="0"/>
        </a:xfrm>
      </p:grpSpPr>
      <p:sp>
        <p:nvSpPr>
          <p:cNvPr id="85" name="Google Shape;85;p4:notes">
            <a:extLst>
              <a:ext uri="{FF2B5EF4-FFF2-40B4-BE49-F238E27FC236}">
                <a16:creationId xmlns:a16="http://schemas.microsoft.com/office/drawing/2014/main" id="{C99C8BD6-5A0C-AC8E-A18D-82BFFED92E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4:notes">
            <a:extLst>
              <a:ext uri="{FF2B5EF4-FFF2-40B4-BE49-F238E27FC236}">
                <a16:creationId xmlns:a16="http://schemas.microsoft.com/office/drawing/2014/main" id="{231646D0-8F43-7FD1-5669-C645BF17BB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3437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AAEB77BD-196E-A62B-FA58-8F665535FF20}"/>
            </a:ext>
          </a:extLst>
        </p:cNvPr>
        <p:cNvGrpSpPr/>
        <p:nvPr/>
      </p:nvGrpSpPr>
      <p:grpSpPr>
        <a:xfrm>
          <a:off x="0" y="0"/>
          <a:ext cx="0" cy="0"/>
          <a:chOff x="0" y="0"/>
          <a:chExt cx="0" cy="0"/>
        </a:xfrm>
      </p:grpSpPr>
      <p:sp>
        <p:nvSpPr>
          <p:cNvPr id="85" name="Google Shape;85;p4:notes">
            <a:extLst>
              <a:ext uri="{FF2B5EF4-FFF2-40B4-BE49-F238E27FC236}">
                <a16:creationId xmlns:a16="http://schemas.microsoft.com/office/drawing/2014/main" id="{C99C8BD6-5A0C-AC8E-A18D-82BFFED92E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4:notes">
            <a:extLst>
              <a:ext uri="{FF2B5EF4-FFF2-40B4-BE49-F238E27FC236}">
                <a16:creationId xmlns:a16="http://schemas.microsoft.com/office/drawing/2014/main" id="{231646D0-8F43-7FD1-5669-C645BF17BB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6646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F59A3C0F-BDCE-3965-0F15-029A4F75D320}"/>
            </a:ext>
          </a:extLst>
        </p:cNvPr>
        <p:cNvGrpSpPr/>
        <p:nvPr/>
      </p:nvGrpSpPr>
      <p:grpSpPr>
        <a:xfrm>
          <a:off x="0" y="0"/>
          <a:ext cx="0" cy="0"/>
          <a:chOff x="0" y="0"/>
          <a:chExt cx="0" cy="0"/>
        </a:xfrm>
      </p:grpSpPr>
      <p:sp>
        <p:nvSpPr>
          <p:cNvPr id="91" name="Google Shape;91;p5:notes">
            <a:extLst>
              <a:ext uri="{FF2B5EF4-FFF2-40B4-BE49-F238E27FC236}">
                <a16:creationId xmlns:a16="http://schemas.microsoft.com/office/drawing/2014/main" id="{93BFB060-A181-8561-D3F2-2DB7BA028A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5:notes">
            <a:extLst>
              <a:ext uri="{FF2B5EF4-FFF2-40B4-BE49-F238E27FC236}">
                <a16:creationId xmlns:a16="http://schemas.microsoft.com/office/drawing/2014/main" id="{D518C32C-E255-F3E9-2362-79385742E2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240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g2dfd062367b_0_393"/>
          <p:cNvSpPr/>
          <p:nvPr/>
        </p:nvSpPr>
        <p:spPr>
          <a:xfrm>
            <a:off x="-167" y="0"/>
            <a:ext cx="12192029" cy="5863987"/>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g2dfd062367b_0_393"/>
          <p:cNvSpPr txBox="1">
            <a:spLocks noGrp="1"/>
          </p:cNvSpPr>
          <p:nvPr>
            <p:ph type="ctrTitle"/>
          </p:nvPr>
        </p:nvSpPr>
        <p:spPr>
          <a:xfrm>
            <a:off x="415600" y="719633"/>
            <a:ext cx="11360700" cy="1710000"/>
          </a:xfrm>
          <a:prstGeom prst="rect">
            <a:avLst/>
          </a:prstGeom>
        </p:spPr>
        <p:txBody>
          <a:bodyPr spcFirstLastPara="1" wrap="square" lIns="121900" tIns="121900" rIns="121900" bIns="121900" anchor="t"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2" name="Google Shape;12;g2dfd062367b_0_393"/>
          <p:cNvSpPr txBox="1">
            <a:spLocks noGrp="1"/>
          </p:cNvSpPr>
          <p:nvPr>
            <p:ph type="subTitle" idx="1"/>
          </p:nvPr>
        </p:nvSpPr>
        <p:spPr>
          <a:xfrm>
            <a:off x="415600" y="2504747"/>
            <a:ext cx="5656800" cy="9843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Clr>
                <a:schemeClr val="lt2"/>
              </a:buClr>
              <a:buSzPts val="2100"/>
              <a:buNone/>
              <a:defRPr sz="2100">
                <a:solidFill>
                  <a:schemeClr val="lt2"/>
                </a:solidFill>
              </a:defRPr>
            </a:lvl1pPr>
            <a:lvl2pPr lvl="1">
              <a:lnSpc>
                <a:spcPct val="100000"/>
              </a:lnSpc>
              <a:spcBef>
                <a:spcPts val="0"/>
              </a:spcBef>
              <a:spcAft>
                <a:spcPts val="0"/>
              </a:spcAft>
              <a:buClr>
                <a:schemeClr val="lt2"/>
              </a:buClr>
              <a:buSzPts val="2100"/>
              <a:buNone/>
              <a:defRPr sz="2100">
                <a:solidFill>
                  <a:schemeClr val="lt2"/>
                </a:solidFill>
              </a:defRPr>
            </a:lvl2pPr>
            <a:lvl3pPr lvl="2">
              <a:lnSpc>
                <a:spcPct val="100000"/>
              </a:lnSpc>
              <a:spcBef>
                <a:spcPts val="0"/>
              </a:spcBef>
              <a:spcAft>
                <a:spcPts val="0"/>
              </a:spcAft>
              <a:buClr>
                <a:schemeClr val="lt2"/>
              </a:buClr>
              <a:buSzPts val="2100"/>
              <a:buNone/>
              <a:defRPr sz="2100">
                <a:solidFill>
                  <a:schemeClr val="lt2"/>
                </a:solidFill>
              </a:defRPr>
            </a:lvl3pPr>
            <a:lvl4pPr lvl="3">
              <a:lnSpc>
                <a:spcPct val="100000"/>
              </a:lnSpc>
              <a:spcBef>
                <a:spcPts val="0"/>
              </a:spcBef>
              <a:spcAft>
                <a:spcPts val="0"/>
              </a:spcAft>
              <a:buClr>
                <a:schemeClr val="lt2"/>
              </a:buClr>
              <a:buSzPts val="2100"/>
              <a:buNone/>
              <a:defRPr sz="2100">
                <a:solidFill>
                  <a:schemeClr val="lt2"/>
                </a:solidFill>
              </a:defRPr>
            </a:lvl4pPr>
            <a:lvl5pPr lvl="4">
              <a:lnSpc>
                <a:spcPct val="100000"/>
              </a:lnSpc>
              <a:spcBef>
                <a:spcPts val="0"/>
              </a:spcBef>
              <a:spcAft>
                <a:spcPts val="0"/>
              </a:spcAft>
              <a:buClr>
                <a:schemeClr val="lt2"/>
              </a:buClr>
              <a:buSzPts val="2100"/>
              <a:buNone/>
              <a:defRPr sz="2100">
                <a:solidFill>
                  <a:schemeClr val="lt2"/>
                </a:solidFill>
              </a:defRPr>
            </a:lvl5pPr>
            <a:lvl6pPr lvl="5">
              <a:lnSpc>
                <a:spcPct val="100000"/>
              </a:lnSpc>
              <a:spcBef>
                <a:spcPts val="0"/>
              </a:spcBef>
              <a:spcAft>
                <a:spcPts val="0"/>
              </a:spcAft>
              <a:buClr>
                <a:schemeClr val="lt2"/>
              </a:buClr>
              <a:buSzPts val="2100"/>
              <a:buNone/>
              <a:defRPr sz="2100">
                <a:solidFill>
                  <a:schemeClr val="lt2"/>
                </a:solidFill>
              </a:defRPr>
            </a:lvl6pPr>
            <a:lvl7pPr lvl="6">
              <a:lnSpc>
                <a:spcPct val="100000"/>
              </a:lnSpc>
              <a:spcBef>
                <a:spcPts val="0"/>
              </a:spcBef>
              <a:spcAft>
                <a:spcPts val="0"/>
              </a:spcAft>
              <a:buClr>
                <a:schemeClr val="lt2"/>
              </a:buClr>
              <a:buSzPts val="2100"/>
              <a:buNone/>
              <a:defRPr sz="2100">
                <a:solidFill>
                  <a:schemeClr val="lt2"/>
                </a:solidFill>
              </a:defRPr>
            </a:lvl7pPr>
            <a:lvl8pPr lvl="7">
              <a:lnSpc>
                <a:spcPct val="100000"/>
              </a:lnSpc>
              <a:spcBef>
                <a:spcPts val="0"/>
              </a:spcBef>
              <a:spcAft>
                <a:spcPts val="0"/>
              </a:spcAft>
              <a:buClr>
                <a:schemeClr val="lt2"/>
              </a:buClr>
              <a:buSzPts val="2100"/>
              <a:buNone/>
              <a:defRPr sz="2100">
                <a:solidFill>
                  <a:schemeClr val="lt2"/>
                </a:solidFill>
              </a:defRPr>
            </a:lvl8pPr>
            <a:lvl9pPr lvl="8">
              <a:lnSpc>
                <a:spcPct val="100000"/>
              </a:lnSpc>
              <a:spcBef>
                <a:spcPts val="0"/>
              </a:spcBef>
              <a:spcAft>
                <a:spcPts val="0"/>
              </a:spcAft>
              <a:buClr>
                <a:schemeClr val="lt2"/>
              </a:buClr>
              <a:buSzPts val="2100"/>
              <a:buNone/>
              <a:defRPr sz="2100">
                <a:solidFill>
                  <a:schemeClr val="lt2"/>
                </a:solidFill>
              </a:defRPr>
            </a:lvl9pPr>
          </a:lstStyle>
          <a:p>
            <a:endParaRPr/>
          </a:p>
        </p:txBody>
      </p:sp>
      <p:sp>
        <p:nvSpPr>
          <p:cNvPr id="13" name="Google Shape;13;g2dfd062367b_0_39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g2dfd062367b_0_398"/>
          <p:cNvSpPr/>
          <p:nvPr/>
        </p:nvSpPr>
        <p:spPr>
          <a:xfrm>
            <a:off x="0" y="64132"/>
            <a:ext cx="12192029" cy="5863987"/>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g2dfd062367b_0_398"/>
          <p:cNvSpPr/>
          <p:nvPr/>
        </p:nvSpPr>
        <p:spPr>
          <a:xfrm>
            <a:off x="0" y="0"/>
            <a:ext cx="12192029" cy="5863987"/>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g2dfd062367b_0_398"/>
          <p:cNvSpPr txBox="1">
            <a:spLocks noGrp="1"/>
          </p:cNvSpPr>
          <p:nvPr>
            <p:ph type="title"/>
          </p:nvPr>
        </p:nvSpPr>
        <p:spPr>
          <a:xfrm>
            <a:off x="415600" y="719633"/>
            <a:ext cx="11360700" cy="1710000"/>
          </a:xfrm>
          <a:prstGeom prst="rect">
            <a:avLst/>
          </a:prstGeom>
        </p:spPr>
        <p:txBody>
          <a:bodyPr spcFirstLastPara="1" wrap="square" lIns="121900" tIns="121900" rIns="121900" bIns="121900" anchor="t"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8" name="Google Shape;18;g2dfd062367b_0_39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g2dfd062367b_0_403"/>
          <p:cNvSpPr/>
          <p:nvPr/>
        </p:nvSpPr>
        <p:spPr>
          <a:xfrm>
            <a:off x="0" y="0"/>
            <a:ext cx="57519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 name="Google Shape;21;g2dfd062367b_0_403"/>
          <p:cNvSpPr/>
          <p:nvPr/>
        </p:nvSpPr>
        <p:spPr>
          <a:xfrm>
            <a:off x="0" y="58833"/>
            <a:ext cx="5751356" cy="5865687"/>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g2dfd062367b_0_403"/>
          <p:cNvSpPr/>
          <p:nvPr/>
        </p:nvSpPr>
        <p:spPr>
          <a:xfrm>
            <a:off x="-167" y="0"/>
            <a:ext cx="5755723" cy="5860653"/>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g2dfd062367b_0_403"/>
          <p:cNvSpPr txBox="1">
            <a:spLocks noGrp="1"/>
          </p:cNvSpPr>
          <p:nvPr>
            <p:ph type="title"/>
          </p:nvPr>
        </p:nvSpPr>
        <p:spPr>
          <a:xfrm>
            <a:off x="415633" y="667900"/>
            <a:ext cx="4941900" cy="33453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24" name="Google Shape;24;g2dfd062367b_0_403"/>
          <p:cNvSpPr txBox="1">
            <a:spLocks noGrp="1"/>
          </p:cNvSpPr>
          <p:nvPr>
            <p:ph type="body" idx="1"/>
          </p:nvPr>
        </p:nvSpPr>
        <p:spPr>
          <a:xfrm>
            <a:off x="6192900" y="667900"/>
            <a:ext cx="5555100" cy="54648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25" name="Google Shape;25;g2dfd062367b_0_40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g2dfd062367b_0_410"/>
          <p:cNvSpPr/>
          <p:nvPr/>
        </p:nvSpPr>
        <p:spPr>
          <a:xfrm>
            <a:off x="0" y="0"/>
            <a:ext cx="12192000" cy="17028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8" name="Google Shape;28;g2dfd062367b_0_410"/>
          <p:cNvSpPr txBox="1">
            <a:spLocks noGrp="1"/>
          </p:cNvSpPr>
          <p:nvPr>
            <p:ph type="title"/>
          </p:nvPr>
        </p:nvSpPr>
        <p:spPr>
          <a:xfrm>
            <a:off x="415633" y="667900"/>
            <a:ext cx="11360700" cy="8316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29" name="Google Shape;29;g2dfd062367b_0_410"/>
          <p:cNvSpPr txBox="1">
            <a:spLocks noGrp="1"/>
          </p:cNvSpPr>
          <p:nvPr>
            <p:ph type="body" idx="1"/>
          </p:nvPr>
        </p:nvSpPr>
        <p:spPr>
          <a:xfrm>
            <a:off x="415600" y="2007600"/>
            <a:ext cx="5333100" cy="41016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30" name="Google Shape;30;g2dfd062367b_0_410"/>
          <p:cNvSpPr txBox="1">
            <a:spLocks noGrp="1"/>
          </p:cNvSpPr>
          <p:nvPr>
            <p:ph type="body" idx="2"/>
          </p:nvPr>
        </p:nvSpPr>
        <p:spPr>
          <a:xfrm>
            <a:off x="6443200" y="2007600"/>
            <a:ext cx="5333100" cy="41016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31" name="Google Shape;31;g2dfd062367b_0_4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g2dfd062367b_0_420"/>
          <p:cNvSpPr/>
          <p:nvPr/>
        </p:nvSpPr>
        <p:spPr>
          <a:xfrm>
            <a:off x="0" y="0"/>
            <a:ext cx="50193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8" name="Google Shape;38;g2dfd062367b_0_420"/>
          <p:cNvSpPr txBox="1">
            <a:spLocks noGrp="1"/>
          </p:cNvSpPr>
          <p:nvPr>
            <p:ph type="title"/>
          </p:nvPr>
        </p:nvSpPr>
        <p:spPr>
          <a:xfrm>
            <a:off x="415633" y="667900"/>
            <a:ext cx="4170000" cy="24387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39" name="Google Shape;39;g2dfd062367b_0_420"/>
          <p:cNvSpPr txBox="1">
            <a:spLocks noGrp="1"/>
          </p:cNvSpPr>
          <p:nvPr>
            <p:ph type="body" idx="1"/>
          </p:nvPr>
        </p:nvSpPr>
        <p:spPr>
          <a:xfrm>
            <a:off x="415600" y="3187533"/>
            <a:ext cx="4170000" cy="30639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Clr>
                <a:schemeClr val="accent2"/>
              </a:buClr>
              <a:buSzPts val="1700"/>
              <a:buChar char="●"/>
              <a:defRPr>
                <a:solidFill>
                  <a:schemeClr val="accent2"/>
                </a:solidFill>
              </a:defRPr>
            </a:lvl1pPr>
            <a:lvl2pPr marL="914400" lvl="1" indent="-323850">
              <a:spcBef>
                <a:spcPts val="0"/>
              </a:spcBef>
              <a:spcAft>
                <a:spcPts val="0"/>
              </a:spcAft>
              <a:buClr>
                <a:schemeClr val="accent2"/>
              </a:buClr>
              <a:buSzPts val="1500"/>
              <a:buChar char="○"/>
              <a:defRPr>
                <a:solidFill>
                  <a:schemeClr val="accent2"/>
                </a:solidFill>
              </a:defRPr>
            </a:lvl2pPr>
            <a:lvl3pPr marL="1371600" lvl="2" indent="-323850">
              <a:spcBef>
                <a:spcPts val="0"/>
              </a:spcBef>
              <a:spcAft>
                <a:spcPts val="0"/>
              </a:spcAft>
              <a:buClr>
                <a:schemeClr val="accent2"/>
              </a:buClr>
              <a:buSzPts val="1500"/>
              <a:buChar char="■"/>
              <a:defRPr>
                <a:solidFill>
                  <a:schemeClr val="accent2"/>
                </a:solidFill>
              </a:defRPr>
            </a:lvl3pPr>
            <a:lvl4pPr marL="1828800" lvl="3" indent="-323850">
              <a:spcBef>
                <a:spcPts val="0"/>
              </a:spcBef>
              <a:spcAft>
                <a:spcPts val="0"/>
              </a:spcAft>
              <a:buClr>
                <a:schemeClr val="accent2"/>
              </a:buClr>
              <a:buSzPts val="1500"/>
              <a:buChar char="●"/>
              <a:defRPr>
                <a:solidFill>
                  <a:schemeClr val="accent2"/>
                </a:solidFill>
              </a:defRPr>
            </a:lvl4pPr>
            <a:lvl5pPr marL="2286000" lvl="4" indent="-323850">
              <a:spcBef>
                <a:spcPts val="0"/>
              </a:spcBef>
              <a:spcAft>
                <a:spcPts val="0"/>
              </a:spcAft>
              <a:buClr>
                <a:schemeClr val="accent2"/>
              </a:buClr>
              <a:buSzPts val="1500"/>
              <a:buChar char="○"/>
              <a:defRPr>
                <a:solidFill>
                  <a:schemeClr val="accent2"/>
                </a:solidFill>
              </a:defRPr>
            </a:lvl5pPr>
            <a:lvl6pPr marL="2743200" lvl="5" indent="-323850">
              <a:spcBef>
                <a:spcPts val="0"/>
              </a:spcBef>
              <a:spcAft>
                <a:spcPts val="0"/>
              </a:spcAft>
              <a:buClr>
                <a:schemeClr val="accent2"/>
              </a:buClr>
              <a:buSzPts val="1500"/>
              <a:buChar char="■"/>
              <a:defRPr>
                <a:solidFill>
                  <a:schemeClr val="accent2"/>
                </a:solidFill>
              </a:defRPr>
            </a:lvl6pPr>
            <a:lvl7pPr marL="3200400" lvl="6" indent="-323850">
              <a:spcBef>
                <a:spcPts val="0"/>
              </a:spcBef>
              <a:spcAft>
                <a:spcPts val="0"/>
              </a:spcAft>
              <a:buClr>
                <a:schemeClr val="accent2"/>
              </a:buClr>
              <a:buSzPts val="1500"/>
              <a:buChar char="●"/>
              <a:defRPr>
                <a:solidFill>
                  <a:schemeClr val="accent2"/>
                </a:solidFill>
              </a:defRPr>
            </a:lvl7pPr>
            <a:lvl8pPr marL="3657600" lvl="7" indent="-323850">
              <a:spcBef>
                <a:spcPts val="0"/>
              </a:spcBef>
              <a:spcAft>
                <a:spcPts val="0"/>
              </a:spcAft>
              <a:buClr>
                <a:schemeClr val="accent2"/>
              </a:buClr>
              <a:buSzPts val="1500"/>
              <a:buChar char="○"/>
              <a:defRPr>
                <a:solidFill>
                  <a:schemeClr val="accent2"/>
                </a:solidFill>
              </a:defRPr>
            </a:lvl8pPr>
            <a:lvl9pPr marL="4114800" lvl="8" indent="-323850">
              <a:spcBef>
                <a:spcPts val="0"/>
              </a:spcBef>
              <a:spcAft>
                <a:spcPts val="0"/>
              </a:spcAft>
              <a:buClr>
                <a:schemeClr val="accent2"/>
              </a:buClr>
              <a:buSzPts val="1500"/>
              <a:buChar char="■"/>
              <a:defRPr>
                <a:solidFill>
                  <a:schemeClr val="accent2"/>
                </a:solidFill>
              </a:defRPr>
            </a:lvl9pPr>
          </a:lstStyle>
          <a:p>
            <a:endParaRPr/>
          </a:p>
        </p:txBody>
      </p:sp>
      <p:sp>
        <p:nvSpPr>
          <p:cNvPr id="40" name="Google Shape;40;g2dfd062367b_0_42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g2dfd062367b_0_425"/>
          <p:cNvSpPr txBox="1">
            <a:spLocks noGrp="1"/>
          </p:cNvSpPr>
          <p:nvPr>
            <p:ph type="title"/>
          </p:nvPr>
        </p:nvSpPr>
        <p:spPr>
          <a:xfrm>
            <a:off x="415567" y="1064800"/>
            <a:ext cx="8330400" cy="4728300"/>
          </a:xfrm>
          <a:prstGeom prst="rect">
            <a:avLst/>
          </a:prstGeom>
        </p:spPr>
        <p:txBody>
          <a:bodyPr spcFirstLastPara="1" wrap="square" lIns="121900" tIns="121900" rIns="121900" bIns="121900"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3" name="Google Shape;43;g2dfd062367b_0_42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g2dfd062367b_0_428"/>
          <p:cNvSpPr/>
          <p:nvPr/>
        </p:nvSpPr>
        <p:spPr>
          <a:xfrm>
            <a:off x="0" y="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6" name="Google Shape;46;g2dfd062367b_0_428"/>
          <p:cNvSpPr txBox="1">
            <a:spLocks noGrp="1"/>
          </p:cNvSpPr>
          <p:nvPr>
            <p:ph type="title"/>
          </p:nvPr>
        </p:nvSpPr>
        <p:spPr>
          <a:xfrm>
            <a:off x="415067" y="667900"/>
            <a:ext cx="4939200" cy="27327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a:endParaRPr/>
          </a:p>
        </p:txBody>
      </p:sp>
      <p:sp>
        <p:nvSpPr>
          <p:cNvPr id="47" name="Google Shape;47;g2dfd062367b_0_428"/>
          <p:cNvSpPr txBox="1">
            <a:spLocks noGrp="1"/>
          </p:cNvSpPr>
          <p:nvPr>
            <p:ph type="subTitle" idx="1"/>
          </p:nvPr>
        </p:nvSpPr>
        <p:spPr>
          <a:xfrm>
            <a:off x="406400" y="3502300"/>
            <a:ext cx="4939200" cy="12357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Clr>
                <a:schemeClr val="accent2"/>
              </a:buClr>
              <a:buSzPts val="2100"/>
              <a:buNone/>
              <a:defRPr sz="2100">
                <a:solidFill>
                  <a:schemeClr val="accent2"/>
                </a:solidFill>
              </a:defRPr>
            </a:lvl1pPr>
            <a:lvl2pPr lvl="1">
              <a:lnSpc>
                <a:spcPct val="100000"/>
              </a:lnSpc>
              <a:spcBef>
                <a:spcPts val="0"/>
              </a:spcBef>
              <a:spcAft>
                <a:spcPts val="0"/>
              </a:spcAft>
              <a:buClr>
                <a:schemeClr val="accent2"/>
              </a:buClr>
              <a:buSzPts val="2100"/>
              <a:buNone/>
              <a:defRPr sz="2100">
                <a:solidFill>
                  <a:schemeClr val="accent2"/>
                </a:solidFill>
              </a:defRPr>
            </a:lvl2pPr>
            <a:lvl3pPr lvl="2">
              <a:lnSpc>
                <a:spcPct val="100000"/>
              </a:lnSpc>
              <a:spcBef>
                <a:spcPts val="0"/>
              </a:spcBef>
              <a:spcAft>
                <a:spcPts val="0"/>
              </a:spcAft>
              <a:buClr>
                <a:schemeClr val="accent2"/>
              </a:buClr>
              <a:buSzPts val="2100"/>
              <a:buNone/>
              <a:defRPr sz="2100">
                <a:solidFill>
                  <a:schemeClr val="accent2"/>
                </a:solidFill>
              </a:defRPr>
            </a:lvl3pPr>
            <a:lvl4pPr lvl="3">
              <a:lnSpc>
                <a:spcPct val="100000"/>
              </a:lnSpc>
              <a:spcBef>
                <a:spcPts val="0"/>
              </a:spcBef>
              <a:spcAft>
                <a:spcPts val="0"/>
              </a:spcAft>
              <a:buClr>
                <a:schemeClr val="accent2"/>
              </a:buClr>
              <a:buSzPts val="2100"/>
              <a:buNone/>
              <a:defRPr sz="2100">
                <a:solidFill>
                  <a:schemeClr val="accent2"/>
                </a:solidFill>
              </a:defRPr>
            </a:lvl4pPr>
            <a:lvl5pPr lvl="4">
              <a:lnSpc>
                <a:spcPct val="100000"/>
              </a:lnSpc>
              <a:spcBef>
                <a:spcPts val="0"/>
              </a:spcBef>
              <a:spcAft>
                <a:spcPts val="0"/>
              </a:spcAft>
              <a:buClr>
                <a:schemeClr val="accent2"/>
              </a:buClr>
              <a:buSzPts val="2100"/>
              <a:buNone/>
              <a:defRPr sz="2100">
                <a:solidFill>
                  <a:schemeClr val="accent2"/>
                </a:solidFill>
              </a:defRPr>
            </a:lvl5pPr>
            <a:lvl6pPr lvl="5">
              <a:lnSpc>
                <a:spcPct val="100000"/>
              </a:lnSpc>
              <a:spcBef>
                <a:spcPts val="0"/>
              </a:spcBef>
              <a:spcAft>
                <a:spcPts val="0"/>
              </a:spcAft>
              <a:buClr>
                <a:schemeClr val="accent2"/>
              </a:buClr>
              <a:buSzPts val="2100"/>
              <a:buNone/>
              <a:defRPr sz="2100">
                <a:solidFill>
                  <a:schemeClr val="accent2"/>
                </a:solidFill>
              </a:defRPr>
            </a:lvl6pPr>
            <a:lvl7pPr lvl="6">
              <a:lnSpc>
                <a:spcPct val="100000"/>
              </a:lnSpc>
              <a:spcBef>
                <a:spcPts val="0"/>
              </a:spcBef>
              <a:spcAft>
                <a:spcPts val="0"/>
              </a:spcAft>
              <a:buClr>
                <a:schemeClr val="accent2"/>
              </a:buClr>
              <a:buSzPts val="2100"/>
              <a:buNone/>
              <a:defRPr sz="2100">
                <a:solidFill>
                  <a:schemeClr val="accent2"/>
                </a:solidFill>
              </a:defRPr>
            </a:lvl7pPr>
            <a:lvl8pPr lvl="7">
              <a:lnSpc>
                <a:spcPct val="100000"/>
              </a:lnSpc>
              <a:spcBef>
                <a:spcPts val="0"/>
              </a:spcBef>
              <a:spcAft>
                <a:spcPts val="0"/>
              </a:spcAft>
              <a:buClr>
                <a:schemeClr val="accent2"/>
              </a:buClr>
              <a:buSzPts val="2100"/>
              <a:buNone/>
              <a:defRPr sz="2100">
                <a:solidFill>
                  <a:schemeClr val="accent2"/>
                </a:solidFill>
              </a:defRPr>
            </a:lvl8pPr>
            <a:lvl9pPr lvl="8">
              <a:lnSpc>
                <a:spcPct val="100000"/>
              </a:lnSpc>
              <a:spcBef>
                <a:spcPts val="0"/>
              </a:spcBef>
              <a:spcAft>
                <a:spcPts val="0"/>
              </a:spcAft>
              <a:buClr>
                <a:schemeClr val="accent2"/>
              </a:buClr>
              <a:buSzPts val="2100"/>
              <a:buNone/>
              <a:defRPr sz="2100">
                <a:solidFill>
                  <a:schemeClr val="accent2"/>
                </a:solidFill>
              </a:defRPr>
            </a:lvl9pPr>
          </a:lstStyle>
          <a:p>
            <a:endParaRPr/>
          </a:p>
        </p:txBody>
      </p:sp>
      <p:sp>
        <p:nvSpPr>
          <p:cNvPr id="48" name="Google Shape;48;g2dfd062367b_0_428"/>
          <p:cNvSpPr txBox="1">
            <a:spLocks noGrp="1"/>
          </p:cNvSpPr>
          <p:nvPr>
            <p:ph type="body" idx="2"/>
          </p:nvPr>
        </p:nvSpPr>
        <p:spPr>
          <a:xfrm>
            <a:off x="6505367" y="667900"/>
            <a:ext cx="5271900" cy="54819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49" name="Google Shape;49;g2dfd062367b_0_42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g2dfd062367b_0_434"/>
          <p:cNvSpPr/>
          <p:nvPr/>
        </p:nvSpPr>
        <p:spPr>
          <a:xfrm>
            <a:off x="0" y="5825333"/>
            <a:ext cx="12192000" cy="10323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2" name="Google Shape;52;g2dfd062367b_0_434"/>
          <p:cNvSpPr txBox="1">
            <a:spLocks noGrp="1"/>
          </p:cNvSpPr>
          <p:nvPr>
            <p:ph type="body" idx="1"/>
          </p:nvPr>
        </p:nvSpPr>
        <p:spPr>
          <a:xfrm>
            <a:off x="415600" y="6028533"/>
            <a:ext cx="10639200" cy="6141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Clr>
                <a:schemeClr val="lt1"/>
              </a:buClr>
              <a:buSzPts val="17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g2dfd062367b_0_43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g2dfd062367b_0_438"/>
          <p:cNvSpPr txBox="1">
            <a:spLocks noGrp="1"/>
          </p:cNvSpPr>
          <p:nvPr>
            <p:ph type="title" hasCustomPrompt="1"/>
          </p:nvPr>
        </p:nvSpPr>
        <p:spPr>
          <a:xfrm>
            <a:off x="415667" y="1108233"/>
            <a:ext cx="7113300" cy="1659600"/>
          </a:xfrm>
          <a:prstGeom prst="rect">
            <a:avLst/>
          </a:prstGeom>
        </p:spPr>
        <p:txBody>
          <a:bodyPr spcFirstLastPara="1" wrap="square" lIns="121900" tIns="121900" rIns="121900" bIns="121900" anchor="b" anchorCtr="0">
            <a:normAutofit/>
          </a:bodyPr>
          <a:lstStyle>
            <a:lvl1pPr lvl="0">
              <a:spcBef>
                <a:spcPts val="0"/>
              </a:spcBef>
              <a:spcAft>
                <a:spcPts val="0"/>
              </a:spcAft>
              <a:buClr>
                <a:schemeClr val="lt1"/>
              </a:buClr>
              <a:buSzPts val="13300"/>
              <a:buNone/>
              <a:defRPr sz="13300">
                <a:solidFill>
                  <a:schemeClr val="lt1"/>
                </a:solidFill>
              </a:defRPr>
            </a:lvl1pPr>
            <a:lvl2pPr lvl="1">
              <a:spcBef>
                <a:spcPts val="0"/>
              </a:spcBef>
              <a:spcAft>
                <a:spcPts val="0"/>
              </a:spcAft>
              <a:buClr>
                <a:schemeClr val="lt1"/>
              </a:buClr>
              <a:buSzPts val="13300"/>
              <a:buNone/>
              <a:defRPr sz="13300">
                <a:solidFill>
                  <a:schemeClr val="lt1"/>
                </a:solidFill>
              </a:defRPr>
            </a:lvl2pPr>
            <a:lvl3pPr lvl="2">
              <a:spcBef>
                <a:spcPts val="0"/>
              </a:spcBef>
              <a:spcAft>
                <a:spcPts val="0"/>
              </a:spcAft>
              <a:buClr>
                <a:schemeClr val="lt1"/>
              </a:buClr>
              <a:buSzPts val="13300"/>
              <a:buNone/>
              <a:defRPr sz="13300">
                <a:solidFill>
                  <a:schemeClr val="lt1"/>
                </a:solidFill>
              </a:defRPr>
            </a:lvl3pPr>
            <a:lvl4pPr lvl="3">
              <a:spcBef>
                <a:spcPts val="0"/>
              </a:spcBef>
              <a:spcAft>
                <a:spcPts val="0"/>
              </a:spcAft>
              <a:buClr>
                <a:schemeClr val="lt1"/>
              </a:buClr>
              <a:buSzPts val="13300"/>
              <a:buNone/>
              <a:defRPr sz="13300">
                <a:solidFill>
                  <a:schemeClr val="lt1"/>
                </a:solidFill>
              </a:defRPr>
            </a:lvl4pPr>
            <a:lvl5pPr lvl="4">
              <a:spcBef>
                <a:spcPts val="0"/>
              </a:spcBef>
              <a:spcAft>
                <a:spcPts val="0"/>
              </a:spcAft>
              <a:buClr>
                <a:schemeClr val="lt1"/>
              </a:buClr>
              <a:buSzPts val="13300"/>
              <a:buNone/>
              <a:defRPr sz="13300">
                <a:solidFill>
                  <a:schemeClr val="lt1"/>
                </a:solidFill>
              </a:defRPr>
            </a:lvl5pPr>
            <a:lvl6pPr lvl="5">
              <a:spcBef>
                <a:spcPts val="0"/>
              </a:spcBef>
              <a:spcAft>
                <a:spcPts val="0"/>
              </a:spcAft>
              <a:buClr>
                <a:schemeClr val="lt1"/>
              </a:buClr>
              <a:buSzPts val="13300"/>
              <a:buNone/>
              <a:defRPr sz="13300">
                <a:solidFill>
                  <a:schemeClr val="lt1"/>
                </a:solidFill>
              </a:defRPr>
            </a:lvl6pPr>
            <a:lvl7pPr lvl="6">
              <a:spcBef>
                <a:spcPts val="0"/>
              </a:spcBef>
              <a:spcAft>
                <a:spcPts val="0"/>
              </a:spcAft>
              <a:buClr>
                <a:schemeClr val="lt1"/>
              </a:buClr>
              <a:buSzPts val="13300"/>
              <a:buNone/>
              <a:defRPr sz="13300">
                <a:solidFill>
                  <a:schemeClr val="lt1"/>
                </a:solidFill>
              </a:defRPr>
            </a:lvl7pPr>
            <a:lvl8pPr lvl="7">
              <a:spcBef>
                <a:spcPts val="0"/>
              </a:spcBef>
              <a:spcAft>
                <a:spcPts val="0"/>
              </a:spcAft>
              <a:buClr>
                <a:schemeClr val="lt1"/>
              </a:buClr>
              <a:buSzPts val="13300"/>
              <a:buNone/>
              <a:defRPr sz="13300">
                <a:solidFill>
                  <a:schemeClr val="lt1"/>
                </a:solidFill>
              </a:defRPr>
            </a:lvl8pPr>
            <a:lvl9pPr lvl="8">
              <a:spcBef>
                <a:spcPts val="0"/>
              </a:spcBef>
              <a:spcAft>
                <a:spcPts val="0"/>
              </a:spcAft>
              <a:buClr>
                <a:schemeClr val="lt1"/>
              </a:buClr>
              <a:buSzPts val="13300"/>
              <a:buNone/>
              <a:defRPr sz="13300">
                <a:solidFill>
                  <a:schemeClr val="lt1"/>
                </a:solidFill>
              </a:defRPr>
            </a:lvl9pPr>
          </a:lstStyle>
          <a:p>
            <a:r>
              <a:t>xx%</a:t>
            </a:r>
          </a:p>
        </p:txBody>
      </p:sp>
      <p:sp>
        <p:nvSpPr>
          <p:cNvPr id="56" name="Google Shape;56;g2dfd062367b_0_438"/>
          <p:cNvSpPr txBox="1">
            <a:spLocks noGrp="1"/>
          </p:cNvSpPr>
          <p:nvPr>
            <p:ph type="body" idx="1"/>
          </p:nvPr>
        </p:nvSpPr>
        <p:spPr>
          <a:xfrm>
            <a:off x="415600" y="2828567"/>
            <a:ext cx="7113300" cy="12567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Clr>
                <a:schemeClr val="accent2"/>
              </a:buClr>
              <a:buSzPts val="1700"/>
              <a:buChar char="●"/>
              <a:defRPr>
                <a:solidFill>
                  <a:schemeClr val="accent2"/>
                </a:solidFill>
              </a:defRPr>
            </a:lvl1pPr>
            <a:lvl2pPr marL="914400" lvl="1" indent="-323850">
              <a:spcBef>
                <a:spcPts val="0"/>
              </a:spcBef>
              <a:spcAft>
                <a:spcPts val="0"/>
              </a:spcAft>
              <a:buClr>
                <a:schemeClr val="accent2"/>
              </a:buClr>
              <a:buSzPts val="1500"/>
              <a:buChar char="○"/>
              <a:defRPr>
                <a:solidFill>
                  <a:schemeClr val="accent2"/>
                </a:solidFill>
              </a:defRPr>
            </a:lvl2pPr>
            <a:lvl3pPr marL="1371600" lvl="2" indent="-323850">
              <a:spcBef>
                <a:spcPts val="0"/>
              </a:spcBef>
              <a:spcAft>
                <a:spcPts val="0"/>
              </a:spcAft>
              <a:buClr>
                <a:schemeClr val="accent2"/>
              </a:buClr>
              <a:buSzPts val="1500"/>
              <a:buChar char="■"/>
              <a:defRPr>
                <a:solidFill>
                  <a:schemeClr val="accent2"/>
                </a:solidFill>
              </a:defRPr>
            </a:lvl3pPr>
            <a:lvl4pPr marL="1828800" lvl="3" indent="-323850">
              <a:spcBef>
                <a:spcPts val="0"/>
              </a:spcBef>
              <a:spcAft>
                <a:spcPts val="0"/>
              </a:spcAft>
              <a:buClr>
                <a:schemeClr val="accent2"/>
              </a:buClr>
              <a:buSzPts val="1500"/>
              <a:buChar char="●"/>
              <a:defRPr>
                <a:solidFill>
                  <a:schemeClr val="accent2"/>
                </a:solidFill>
              </a:defRPr>
            </a:lvl4pPr>
            <a:lvl5pPr marL="2286000" lvl="4" indent="-323850">
              <a:spcBef>
                <a:spcPts val="0"/>
              </a:spcBef>
              <a:spcAft>
                <a:spcPts val="0"/>
              </a:spcAft>
              <a:buClr>
                <a:schemeClr val="accent2"/>
              </a:buClr>
              <a:buSzPts val="1500"/>
              <a:buChar char="○"/>
              <a:defRPr>
                <a:solidFill>
                  <a:schemeClr val="accent2"/>
                </a:solidFill>
              </a:defRPr>
            </a:lvl5pPr>
            <a:lvl6pPr marL="2743200" lvl="5" indent="-323850">
              <a:spcBef>
                <a:spcPts val="0"/>
              </a:spcBef>
              <a:spcAft>
                <a:spcPts val="0"/>
              </a:spcAft>
              <a:buClr>
                <a:schemeClr val="accent2"/>
              </a:buClr>
              <a:buSzPts val="1500"/>
              <a:buChar char="■"/>
              <a:defRPr>
                <a:solidFill>
                  <a:schemeClr val="accent2"/>
                </a:solidFill>
              </a:defRPr>
            </a:lvl6pPr>
            <a:lvl7pPr marL="3200400" lvl="6" indent="-323850">
              <a:spcBef>
                <a:spcPts val="0"/>
              </a:spcBef>
              <a:spcAft>
                <a:spcPts val="0"/>
              </a:spcAft>
              <a:buClr>
                <a:schemeClr val="accent2"/>
              </a:buClr>
              <a:buSzPts val="1500"/>
              <a:buChar char="●"/>
              <a:defRPr>
                <a:solidFill>
                  <a:schemeClr val="accent2"/>
                </a:solidFill>
              </a:defRPr>
            </a:lvl7pPr>
            <a:lvl8pPr marL="3657600" lvl="7" indent="-323850">
              <a:spcBef>
                <a:spcPts val="0"/>
              </a:spcBef>
              <a:spcAft>
                <a:spcPts val="0"/>
              </a:spcAft>
              <a:buClr>
                <a:schemeClr val="accent2"/>
              </a:buClr>
              <a:buSzPts val="1500"/>
              <a:buChar char="○"/>
              <a:defRPr>
                <a:solidFill>
                  <a:schemeClr val="accent2"/>
                </a:solidFill>
              </a:defRPr>
            </a:lvl8pPr>
            <a:lvl9pPr marL="4114800" lvl="8" indent="-323850">
              <a:spcBef>
                <a:spcPts val="0"/>
              </a:spcBef>
              <a:spcAft>
                <a:spcPts val="0"/>
              </a:spcAft>
              <a:buClr>
                <a:schemeClr val="accent2"/>
              </a:buClr>
              <a:buSzPts val="1500"/>
              <a:buChar char="■"/>
              <a:defRPr>
                <a:solidFill>
                  <a:schemeClr val="accent2"/>
                </a:solidFill>
              </a:defRPr>
            </a:lvl9pPr>
          </a:lstStyle>
          <a:p>
            <a:endParaRPr/>
          </a:p>
        </p:txBody>
      </p:sp>
      <p:sp>
        <p:nvSpPr>
          <p:cNvPr id="57" name="Google Shape;57;g2dfd062367b_0_43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60"/>
        <p:cNvGrpSpPr/>
        <p:nvPr/>
      </p:nvGrpSpPr>
      <p:grpSpPr>
        <a:xfrm>
          <a:off x="0" y="0"/>
          <a:ext cx="0" cy="0"/>
          <a:chOff x="0" y="0"/>
          <a:chExt cx="0" cy="0"/>
        </a:xfrm>
      </p:grpSpPr>
      <p:sp>
        <p:nvSpPr>
          <p:cNvPr id="61" name="Google Shape;61;g2dfd062367b_0_444"/>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chemeClr val="lt2"/>
              </a:buClr>
              <a:buSzPts val="1800"/>
              <a:buNone/>
              <a:defRPr/>
            </a:lvl1pPr>
            <a:lvl2pPr lvl="1" algn="l" rtl="0">
              <a:spcBef>
                <a:spcPts val="0"/>
              </a:spcBef>
              <a:spcAft>
                <a:spcPts val="0"/>
              </a:spcAft>
              <a:buSzPts val="3700"/>
              <a:buNone/>
              <a:defRPr/>
            </a:lvl2pPr>
            <a:lvl3pPr lvl="2" algn="l" rtl="0">
              <a:spcBef>
                <a:spcPts val="0"/>
              </a:spcBef>
              <a:spcAft>
                <a:spcPts val="0"/>
              </a:spcAft>
              <a:buSzPts val="3700"/>
              <a:buNone/>
              <a:defRPr/>
            </a:lvl3pPr>
            <a:lvl4pPr lvl="3" algn="l" rtl="0">
              <a:spcBef>
                <a:spcPts val="0"/>
              </a:spcBef>
              <a:spcAft>
                <a:spcPts val="0"/>
              </a:spcAft>
              <a:buSzPts val="3700"/>
              <a:buNone/>
              <a:defRPr/>
            </a:lvl4pPr>
            <a:lvl5pPr lvl="4" algn="l" rtl="0">
              <a:spcBef>
                <a:spcPts val="0"/>
              </a:spcBef>
              <a:spcAft>
                <a:spcPts val="0"/>
              </a:spcAft>
              <a:buSzPts val="3700"/>
              <a:buNone/>
              <a:defRPr/>
            </a:lvl5pPr>
            <a:lvl6pPr lvl="5" algn="l" rtl="0">
              <a:spcBef>
                <a:spcPts val="0"/>
              </a:spcBef>
              <a:spcAft>
                <a:spcPts val="0"/>
              </a:spcAft>
              <a:buSzPts val="3700"/>
              <a:buNone/>
              <a:defRPr/>
            </a:lvl6pPr>
            <a:lvl7pPr lvl="6" algn="l" rtl="0">
              <a:spcBef>
                <a:spcPts val="0"/>
              </a:spcBef>
              <a:spcAft>
                <a:spcPts val="0"/>
              </a:spcAft>
              <a:buSzPts val="3700"/>
              <a:buNone/>
              <a:defRPr/>
            </a:lvl7pPr>
            <a:lvl8pPr lvl="7" algn="l" rtl="0">
              <a:spcBef>
                <a:spcPts val="0"/>
              </a:spcBef>
              <a:spcAft>
                <a:spcPts val="0"/>
              </a:spcAft>
              <a:buSzPts val="3700"/>
              <a:buNone/>
              <a:defRPr/>
            </a:lvl8pPr>
            <a:lvl9pPr lvl="8" algn="l" rtl="0">
              <a:spcBef>
                <a:spcPts val="0"/>
              </a:spcBef>
              <a:spcAft>
                <a:spcPts val="0"/>
              </a:spcAft>
              <a:buSzPts val="3700"/>
              <a:buNone/>
              <a:defRPr/>
            </a:lvl9pPr>
          </a:lstStyle>
          <a:p>
            <a:endParaRPr/>
          </a:p>
        </p:txBody>
      </p:sp>
      <p:sp>
        <p:nvSpPr>
          <p:cNvPr id="62" name="Google Shape;62;g2dfd062367b_0_444"/>
          <p:cNvSpPr txBox="1">
            <a:spLocks noGrp="1"/>
          </p:cNvSpPr>
          <p:nvPr>
            <p:ph type="body" idx="1"/>
          </p:nvPr>
        </p:nvSpPr>
        <p:spPr>
          <a:xfrm>
            <a:off x="1103312" y="2052918"/>
            <a:ext cx="8946600" cy="41955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63" name="Google Shape;63;g2dfd062367b_0_444"/>
          <p:cNvSpPr txBox="1">
            <a:spLocks noGrp="1"/>
          </p:cNvSpPr>
          <p:nvPr>
            <p:ph type="dt" idx="10"/>
          </p:nvPr>
        </p:nvSpPr>
        <p:spPr>
          <a:xfrm rot="5400000">
            <a:off x="10155638" y="1790701"/>
            <a:ext cx="990600" cy="3048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4" name="Google Shape;64;g2dfd062367b_0_444"/>
          <p:cNvSpPr txBox="1">
            <a:spLocks noGrp="1"/>
          </p:cNvSpPr>
          <p:nvPr>
            <p:ph type="ftr" idx="11"/>
          </p:nvPr>
        </p:nvSpPr>
        <p:spPr>
          <a:xfrm rot="5400000">
            <a:off x="8951571" y="3225300"/>
            <a:ext cx="3859800" cy="3048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g2dfd062367b_0_444"/>
          <p:cNvSpPr txBox="1">
            <a:spLocks noGrp="1"/>
          </p:cNvSpPr>
          <p:nvPr>
            <p:ph type="sldNum" idx="12"/>
          </p:nvPr>
        </p:nvSpPr>
        <p:spPr>
          <a:xfrm>
            <a:off x="10352540" y="295729"/>
            <a:ext cx="838200" cy="767700"/>
          </a:xfrm>
          <a:prstGeom prst="rect">
            <a:avLst/>
          </a:prstGeom>
          <a:noFill/>
          <a:ln>
            <a:noFill/>
          </a:ln>
        </p:spPr>
        <p:txBody>
          <a:bodyPr spcFirstLastPara="1" wrap="square" lIns="91425" tIns="45700" rIns="91425" bIns="45700" anchor="b" anchorCtr="0">
            <a:norm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g2dfd062367b_0_389"/>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9pPr>
          </a:lstStyle>
          <a:p>
            <a:endParaRPr/>
          </a:p>
        </p:txBody>
      </p:sp>
      <p:sp>
        <p:nvSpPr>
          <p:cNvPr id="7" name="Google Shape;7;g2dfd062367b_0_389"/>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36550">
              <a:lnSpc>
                <a:spcPct val="115000"/>
              </a:lnSpc>
              <a:spcBef>
                <a:spcPts val="0"/>
              </a:spcBef>
              <a:spcAft>
                <a:spcPts val="0"/>
              </a:spcAft>
              <a:buClr>
                <a:schemeClr val="dk2"/>
              </a:buClr>
              <a:buSzPts val="1700"/>
              <a:buFont typeface="Roboto"/>
              <a:buChar char="●"/>
              <a:defRPr sz="1700">
                <a:solidFill>
                  <a:schemeClr val="dk2"/>
                </a:solidFill>
                <a:latin typeface="Roboto"/>
                <a:ea typeface="Roboto"/>
                <a:cs typeface="Roboto"/>
                <a:sym typeface="Roboto"/>
              </a:defRPr>
            </a:lvl1pPr>
            <a:lvl2pPr marL="914400" lvl="1"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2pPr>
            <a:lvl3pPr marL="1371600" lvl="2"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3pPr>
            <a:lvl4pPr marL="1828800" lvl="3"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4pPr>
            <a:lvl5pPr marL="2286000" lvl="4"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5pPr>
            <a:lvl6pPr marL="2743200" lvl="5"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6pPr>
            <a:lvl7pPr marL="3200400" lvl="6"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7pPr>
            <a:lvl8pPr marL="3657600" lvl="7"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8pPr>
            <a:lvl9pPr marL="4114800" lvl="8" indent="-32385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9pPr>
          </a:lstStyle>
          <a:p>
            <a:endParaRPr/>
          </a:p>
        </p:txBody>
      </p:sp>
      <p:sp>
        <p:nvSpPr>
          <p:cNvPr id="8" name="Google Shape;8;g2dfd062367b_0_389"/>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latin typeface="Roboto"/>
                <a:ea typeface="Roboto"/>
                <a:cs typeface="Roboto"/>
                <a:sym typeface="Roboto"/>
              </a:defRPr>
            </a:lvl1pPr>
            <a:lvl2pPr lvl="1" algn="r">
              <a:buNone/>
              <a:defRPr sz="1300">
                <a:solidFill>
                  <a:schemeClr val="dk2"/>
                </a:solidFill>
                <a:latin typeface="Roboto"/>
                <a:ea typeface="Roboto"/>
                <a:cs typeface="Roboto"/>
                <a:sym typeface="Roboto"/>
              </a:defRPr>
            </a:lvl2pPr>
            <a:lvl3pPr lvl="2" algn="r">
              <a:buNone/>
              <a:defRPr sz="1300">
                <a:solidFill>
                  <a:schemeClr val="dk2"/>
                </a:solidFill>
                <a:latin typeface="Roboto"/>
                <a:ea typeface="Roboto"/>
                <a:cs typeface="Roboto"/>
                <a:sym typeface="Roboto"/>
              </a:defRPr>
            </a:lvl3pPr>
            <a:lvl4pPr lvl="3" algn="r">
              <a:buNone/>
              <a:defRPr sz="1300">
                <a:solidFill>
                  <a:schemeClr val="dk2"/>
                </a:solidFill>
                <a:latin typeface="Roboto"/>
                <a:ea typeface="Roboto"/>
                <a:cs typeface="Roboto"/>
                <a:sym typeface="Roboto"/>
              </a:defRPr>
            </a:lvl4pPr>
            <a:lvl5pPr lvl="4" algn="r">
              <a:buNone/>
              <a:defRPr sz="1300">
                <a:solidFill>
                  <a:schemeClr val="dk2"/>
                </a:solidFill>
                <a:latin typeface="Roboto"/>
                <a:ea typeface="Roboto"/>
                <a:cs typeface="Roboto"/>
                <a:sym typeface="Roboto"/>
              </a:defRPr>
            </a:lvl5pPr>
            <a:lvl6pPr lvl="5" algn="r">
              <a:buNone/>
              <a:defRPr sz="1300">
                <a:solidFill>
                  <a:schemeClr val="dk2"/>
                </a:solidFill>
                <a:latin typeface="Roboto"/>
                <a:ea typeface="Roboto"/>
                <a:cs typeface="Roboto"/>
                <a:sym typeface="Roboto"/>
              </a:defRPr>
            </a:lvl6pPr>
            <a:lvl7pPr lvl="6" algn="r">
              <a:buNone/>
              <a:defRPr sz="1300">
                <a:solidFill>
                  <a:schemeClr val="dk2"/>
                </a:solidFill>
                <a:latin typeface="Roboto"/>
                <a:ea typeface="Roboto"/>
                <a:cs typeface="Roboto"/>
                <a:sym typeface="Roboto"/>
              </a:defRPr>
            </a:lvl7pPr>
            <a:lvl8pPr lvl="7" algn="r">
              <a:buNone/>
              <a:defRPr sz="1300">
                <a:solidFill>
                  <a:schemeClr val="dk2"/>
                </a:solidFill>
                <a:latin typeface="Roboto"/>
                <a:ea typeface="Roboto"/>
                <a:cs typeface="Roboto"/>
                <a:sym typeface="Roboto"/>
              </a:defRPr>
            </a:lvl8pPr>
            <a:lvl9pPr lvl="8" algn="r">
              <a:buNone/>
              <a:defRPr sz="13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
          <p:cNvSpPr txBox="1">
            <a:spLocks noGrp="1"/>
          </p:cNvSpPr>
          <p:nvPr>
            <p:ph type="ctrTitle"/>
          </p:nvPr>
        </p:nvSpPr>
        <p:spPr>
          <a:xfrm>
            <a:off x="212400" y="665437"/>
            <a:ext cx="11166800" cy="173601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2"/>
              </a:buClr>
              <a:buSzPts val="7200"/>
              <a:buFont typeface="Century Gothic"/>
              <a:buNone/>
            </a:pPr>
            <a:r>
              <a:rPr lang="en-US" altLang="zh-TW" dirty="0" err="1">
                <a:latin typeface="Microsoft JhengHei"/>
                <a:ea typeface="Microsoft JhengHei"/>
                <a:cs typeface="Microsoft JhengHei"/>
                <a:sym typeface="Microsoft JhengHei"/>
              </a:rPr>
              <a:t>Supercooked</a:t>
            </a:r>
            <a:r>
              <a:rPr lang="en-US" altLang="zh-TW" dirty="0">
                <a:latin typeface="Microsoft JhengHei"/>
                <a:ea typeface="Microsoft JhengHei"/>
                <a:cs typeface="Microsoft JhengHei"/>
                <a:sym typeface="Microsoft JhengHei"/>
              </a:rPr>
              <a:t>-</a:t>
            </a:r>
            <a:r>
              <a:rPr lang="zh-TW" altLang="en-US" dirty="0">
                <a:latin typeface="Microsoft JhengHei"/>
                <a:ea typeface="Microsoft JhengHei"/>
                <a:cs typeface="Microsoft JhengHei"/>
                <a:sym typeface="Microsoft JhengHei"/>
              </a:rPr>
              <a:t>快速出單分配任務伺服器</a:t>
            </a:r>
            <a:endParaRPr dirty="0">
              <a:latin typeface="Microsoft JhengHei"/>
              <a:ea typeface="Microsoft JhengHei"/>
              <a:cs typeface="Microsoft JhengHei"/>
              <a:sym typeface="Microsoft JhengHei"/>
            </a:endParaRPr>
          </a:p>
        </p:txBody>
      </p:sp>
      <p:sp>
        <p:nvSpPr>
          <p:cNvPr id="71" name="Google Shape;71;p1"/>
          <p:cNvSpPr txBox="1">
            <a:spLocks noGrp="1"/>
          </p:cNvSpPr>
          <p:nvPr>
            <p:ph type="subTitle" idx="1"/>
          </p:nvPr>
        </p:nvSpPr>
        <p:spPr>
          <a:xfrm>
            <a:off x="415600" y="2504746"/>
            <a:ext cx="5656800" cy="1923622"/>
          </a:xfrm>
          <a:prstGeom prst="rect">
            <a:avLst/>
          </a:prstGeom>
          <a:noFill/>
          <a:ln>
            <a:noFill/>
          </a:ln>
        </p:spPr>
        <p:txBody>
          <a:bodyPr spcFirstLastPara="1" wrap="square" lIns="91425" tIns="45700" rIns="91425" bIns="45700" anchor="t" anchorCtr="0">
            <a:normAutofit fontScale="92500" lnSpcReduction="10000"/>
          </a:bodyPr>
          <a:lstStyle/>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第七組</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組員：</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王睿讚</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潘柏翰</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r>
              <a:rPr lang="zh-TW" altLang="en-US" dirty="0">
                <a:latin typeface="標楷體" panose="03000509000000000000" pitchFamily="65" charset="-120"/>
                <a:ea typeface="標楷體" panose="03000509000000000000" pitchFamily="65" charset="-120"/>
              </a:rPr>
              <a:t>吳冠霆</a:t>
            </a:r>
            <a:endParaRPr lang="en-US" altLang="zh-TW" dirty="0">
              <a:latin typeface="標楷體" panose="03000509000000000000" pitchFamily="65" charset="-120"/>
              <a:ea typeface="標楷體" panose="03000509000000000000" pitchFamily="65" charset="-120"/>
            </a:endParaRPr>
          </a:p>
          <a:p>
            <a:pPr marL="0" lvl="0" indent="0" algn="ctr" rtl="0">
              <a:spcBef>
                <a:spcPts val="0"/>
              </a:spcBef>
              <a:spcAft>
                <a:spcPts val="0"/>
              </a:spcAft>
              <a:buSzPts val="16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2"/>
          <p:cNvSpPr txBox="1">
            <a:spLocks noGrp="1"/>
          </p:cNvSpPr>
          <p:nvPr>
            <p:ph type="title"/>
          </p:nvPr>
        </p:nvSpPr>
        <p:spPr>
          <a:xfrm>
            <a:off x="646112" y="452718"/>
            <a:ext cx="2069379" cy="66339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Microsoft JhengHei"/>
                <a:ea typeface="Microsoft JhengHei"/>
                <a:cs typeface="Microsoft JhengHei"/>
                <a:sym typeface="Microsoft JhengHei"/>
              </a:rPr>
              <a:t>點單</a:t>
            </a:r>
            <a:r>
              <a:rPr lang="zh-TW" dirty="0">
                <a:latin typeface="Microsoft JhengHei"/>
                <a:ea typeface="Microsoft JhengHei"/>
                <a:cs typeface="Microsoft JhengHei"/>
                <a:sym typeface="Microsoft JhengHei"/>
              </a:rPr>
              <a:t>系統</a:t>
            </a:r>
            <a:endParaRPr dirty="0">
              <a:latin typeface="Microsoft JhengHei"/>
              <a:ea typeface="Microsoft JhengHei"/>
              <a:cs typeface="Microsoft JhengHei"/>
              <a:sym typeface="Microsoft JhengHei"/>
            </a:endParaRPr>
          </a:p>
        </p:txBody>
      </p:sp>
      <p:grpSp>
        <p:nvGrpSpPr>
          <p:cNvPr id="57" name="群組 56">
            <a:extLst>
              <a:ext uri="{FF2B5EF4-FFF2-40B4-BE49-F238E27FC236}">
                <a16:creationId xmlns:a16="http://schemas.microsoft.com/office/drawing/2014/main" id="{5E1E4A43-28E1-9D81-E99B-1088789B6270}"/>
              </a:ext>
            </a:extLst>
          </p:cNvPr>
          <p:cNvGrpSpPr/>
          <p:nvPr/>
        </p:nvGrpSpPr>
        <p:grpSpPr>
          <a:xfrm>
            <a:off x="4332469" y="2707147"/>
            <a:ext cx="1450109" cy="942110"/>
            <a:chOff x="4332470" y="2727088"/>
            <a:chExt cx="1450109" cy="942110"/>
          </a:xfrm>
        </p:grpSpPr>
        <p:sp>
          <p:nvSpPr>
            <p:cNvPr id="3" name="矩形 2">
              <a:extLst>
                <a:ext uri="{FF2B5EF4-FFF2-40B4-BE49-F238E27FC236}">
                  <a16:creationId xmlns:a16="http://schemas.microsoft.com/office/drawing/2014/main" id="{AB1E89D8-1902-288D-66E6-DA37D8142114}"/>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50897320-C3D2-0375-48B0-5EC65658C1C8}"/>
                </a:ext>
              </a:extLst>
            </p:cNvPr>
            <p:cNvSpPr txBox="1"/>
            <p:nvPr/>
          </p:nvSpPr>
          <p:spPr>
            <a:xfrm>
              <a:off x="4332470" y="2727088"/>
              <a:ext cx="1450109" cy="738664"/>
            </a:xfrm>
            <a:prstGeom prst="rect">
              <a:avLst/>
            </a:prstGeom>
            <a:noFill/>
          </p:spPr>
          <p:txBody>
            <a:bodyPr wrap="square" rtlCol="0">
              <a:spAutoFit/>
            </a:bodyPr>
            <a:lstStyle/>
            <a:p>
              <a:endParaRPr lang="en-US" altLang="zh-TW" dirty="0"/>
            </a:p>
            <a:p>
              <a:pPr algn="ctr"/>
              <a:r>
                <a:rPr lang="en-US" altLang="zh-TW" dirty="0"/>
                <a:t>Order</a:t>
              </a:r>
            </a:p>
            <a:p>
              <a:pPr algn="ctr"/>
              <a:r>
                <a:rPr lang="en-US" altLang="zh-TW" dirty="0"/>
                <a:t>System</a:t>
              </a:r>
              <a:endParaRPr lang="zh-TW" altLang="en-US" dirty="0"/>
            </a:p>
          </p:txBody>
        </p:sp>
      </p:grpSp>
      <p:grpSp>
        <p:nvGrpSpPr>
          <p:cNvPr id="54" name="群組 53">
            <a:extLst>
              <a:ext uri="{FF2B5EF4-FFF2-40B4-BE49-F238E27FC236}">
                <a16:creationId xmlns:a16="http://schemas.microsoft.com/office/drawing/2014/main" id="{CC0BD870-FCE5-C328-D4D0-30A42E39F0A2}"/>
              </a:ext>
            </a:extLst>
          </p:cNvPr>
          <p:cNvGrpSpPr/>
          <p:nvPr/>
        </p:nvGrpSpPr>
        <p:grpSpPr>
          <a:xfrm>
            <a:off x="1404543" y="2866446"/>
            <a:ext cx="1116983" cy="663394"/>
            <a:chOff x="2180399" y="3034150"/>
            <a:chExt cx="1116983" cy="663394"/>
          </a:xfrm>
        </p:grpSpPr>
        <p:sp>
          <p:nvSpPr>
            <p:cNvPr id="47" name="矩形 46">
              <a:extLst>
                <a:ext uri="{FF2B5EF4-FFF2-40B4-BE49-F238E27FC236}">
                  <a16:creationId xmlns:a16="http://schemas.microsoft.com/office/drawing/2014/main" id="{A70C5CC0-C369-8A68-11C1-16E7FB2CD649}"/>
                </a:ext>
              </a:extLst>
            </p:cNvPr>
            <p:cNvSpPr/>
            <p:nvPr/>
          </p:nvSpPr>
          <p:spPr>
            <a:xfrm>
              <a:off x="2180399" y="3034150"/>
              <a:ext cx="1116983" cy="6633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0" name="文字方塊 49">
              <a:extLst>
                <a:ext uri="{FF2B5EF4-FFF2-40B4-BE49-F238E27FC236}">
                  <a16:creationId xmlns:a16="http://schemas.microsoft.com/office/drawing/2014/main" id="{4DA1B6C2-6AA6-ADB9-049F-5D87A79A107D}"/>
                </a:ext>
              </a:extLst>
            </p:cNvPr>
            <p:cNvSpPr txBox="1"/>
            <p:nvPr/>
          </p:nvSpPr>
          <p:spPr>
            <a:xfrm>
              <a:off x="2180399" y="3034150"/>
              <a:ext cx="1116982" cy="523220"/>
            </a:xfrm>
            <a:prstGeom prst="rect">
              <a:avLst/>
            </a:prstGeom>
            <a:noFill/>
          </p:spPr>
          <p:txBody>
            <a:bodyPr wrap="square" rtlCol="0">
              <a:spAutoFit/>
            </a:bodyPr>
            <a:lstStyle/>
            <a:p>
              <a:endParaRPr lang="en-US" altLang="zh-TW" dirty="0"/>
            </a:p>
            <a:p>
              <a:pPr algn="ctr"/>
              <a:r>
                <a:rPr lang="en-US" altLang="zh-TW" dirty="0"/>
                <a:t>Custom </a:t>
              </a:r>
              <a:endParaRPr lang="zh-TW" altLang="en-US" dirty="0"/>
            </a:p>
          </p:txBody>
        </p:sp>
      </p:grpSp>
      <p:cxnSp>
        <p:nvCxnSpPr>
          <p:cNvPr id="67" name="直線單箭頭接點 66">
            <a:extLst>
              <a:ext uri="{FF2B5EF4-FFF2-40B4-BE49-F238E27FC236}">
                <a16:creationId xmlns:a16="http://schemas.microsoft.com/office/drawing/2014/main" id="{FDDE1023-3261-C708-5EC6-769D9F02E501}"/>
              </a:ext>
            </a:extLst>
          </p:cNvPr>
          <p:cNvCxnSpPr>
            <a:cxnSpLocks/>
            <a:endCxn id="3" idx="1"/>
          </p:cNvCxnSpPr>
          <p:nvPr/>
        </p:nvCxnSpPr>
        <p:spPr>
          <a:xfrm flipV="1">
            <a:off x="2521525" y="3178202"/>
            <a:ext cx="1810944" cy="135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6194559C-F111-B278-54F4-58B6F5617C65}"/>
              </a:ext>
            </a:extLst>
          </p:cNvPr>
          <p:cNvCxnSpPr>
            <a:cxnSpLocks/>
          </p:cNvCxnSpPr>
          <p:nvPr/>
        </p:nvCxnSpPr>
        <p:spPr>
          <a:xfrm>
            <a:off x="5782578" y="3211694"/>
            <a:ext cx="140331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3" name="群組 72">
            <a:extLst>
              <a:ext uri="{FF2B5EF4-FFF2-40B4-BE49-F238E27FC236}">
                <a16:creationId xmlns:a16="http://schemas.microsoft.com/office/drawing/2014/main" id="{084DC9FC-ACF2-1EC9-A832-113BFC61724A}"/>
              </a:ext>
            </a:extLst>
          </p:cNvPr>
          <p:cNvGrpSpPr/>
          <p:nvPr/>
        </p:nvGrpSpPr>
        <p:grpSpPr>
          <a:xfrm>
            <a:off x="7185891" y="2713922"/>
            <a:ext cx="1450109" cy="942110"/>
            <a:chOff x="4332470" y="2727088"/>
            <a:chExt cx="1450109" cy="942110"/>
          </a:xfrm>
        </p:grpSpPr>
        <p:sp>
          <p:nvSpPr>
            <p:cNvPr id="74" name="矩形 73">
              <a:extLst>
                <a:ext uri="{FF2B5EF4-FFF2-40B4-BE49-F238E27FC236}">
                  <a16:creationId xmlns:a16="http://schemas.microsoft.com/office/drawing/2014/main" id="{56C78518-0B8D-238D-DCA3-4C9169830A5A}"/>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文字方塊 74">
              <a:extLst>
                <a:ext uri="{FF2B5EF4-FFF2-40B4-BE49-F238E27FC236}">
                  <a16:creationId xmlns:a16="http://schemas.microsoft.com/office/drawing/2014/main" id="{3CE16E6E-5CD4-944B-F431-3B383AFFB3A8}"/>
                </a:ext>
              </a:extLst>
            </p:cNvPr>
            <p:cNvSpPr txBox="1"/>
            <p:nvPr/>
          </p:nvSpPr>
          <p:spPr>
            <a:xfrm>
              <a:off x="4332470" y="2727088"/>
              <a:ext cx="1450109" cy="738664"/>
            </a:xfrm>
            <a:prstGeom prst="rect">
              <a:avLst/>
            </a:prstGeom>
            <a:noFill/>
          </p:spPr>
          <p:txBody>
            <a:bodyPr wrap="square" rtlCol="0">
              <a:spAutoFit/>
            </a:bodyPr>
            <a:lstStyle/>
            <a:p>
              <a:endParaRPr lang="en-US" altLang="zh-TW" dirty="0"/>
            </a:p>
            <a:p>
              <a:pPr algn="ctr"/>
              <a:r>
                <a:rPr lang="en-US" altLang="zh-TW" dirty="0"/>
                <a:t>Order</a:t>
              </a:r>
            </a:p>
            <a:p>
              <a:pPr algn="ctr"/>
              <a:r>
                <a:rPr lang="en-US" altLang="zh-TW" dirty="0"/>
                <a:t>Queue</a:t>
              </a:r>
              <a:endParaRPr lang="zh-TW" altLang="en-US" dirty="0"/>
            </a:p>
          </p:txBody>
        </p:sp>
      </p:grpSp>
      <p:cxnSp>
        <p:nvCxnSpPr>
          <p:cNvPr id="78" name="直線單箭頭接點 77">
            <a:extLst>
              <a:ext uri="{FF2B5EF4-FFF2-40B4-BE49-F238E27FC236}">
                <a16:creationId xmlns:a16="http://schemas.microsoft.com/office/drawing/2014/main" id="{0DE61C9C-8B8E-734F-D783-5CE696B5EAF5}"/>
              </a:ext>
            </a:extLst>
          </p:cNvPr>
          <p:cNvCxnSpPr>
            <a:cxnSpLocks/>
          </p:cNvCxnSpPr>
          <p:nvPr/>
        </p:nvCxnSpPr>
        <p:spPr>
          <a:xfrm>
            <a:off x="8647521" y="3222988"/>
            <a:ext cx="116149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0" name="群組 79">
            <a:extLst>
              <a:ext uri="{FF2B5EF4-FFF2-40B4-BE49-F238E27FC236}">
                <a16:creationId xmlns:a16="http://schemas.microsoft.com/office/drawing/2014/main" id="{83E4CA96-50E9-0577-8019-D7DAA9A1E06F}"/>
              </a:ext>
            </a:extLst>
          </p:cNvPr>
          <p:cNvGrpSpPr/>
          <p:nvPr/>
        </p:nvGrpSpPr>
        <p:grpSpPr>
          <a:xfrm>
            <a:off x="9809018" y="2707147"/>
            <a:ext cx="1461630" cy="942110"/>
            <a:chOff x="4332470" y="2727088"/>
            <a:chExt cx="1461630" cy="942110"/>
          </a:xfrm>
        </p:grpSpPr>
        <p:sp>
          <p:nvSpPr>
            <p:cNvPr id="81" name="矩形 80">
              <a:extLst>
                <a:ext uri="{FF2B5EF4-FFF2-40B4-BE49-F238E27FC236}">
                  <a16:creationId xmlns:a16="http://schemas.microsoft.com/office/drawing/2014/main" id="{C720FBB4-98FA-B04C-5414-D70E1509879E}"/>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文字方塊 81">
              <a:extLst>
                <a:ext uri="{FF2B5EF4-FFF2-40B4-BE49-F238E27FC236}">
                  <a16:creationId xmlns:a16="http://schemas.microsoft.com/office/drawing/2014/main" id="{536484A5-EF8A-BBAD-C280-7A7ABAF593BC}"/>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Kitchen</a:t>
              </a:r>
              <a:endParaRPr lang="zh-TW" altLang="en-US"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2B4B9C93-6C06-C701-F5C0-2D0346A34A92}"/>
            </a:ext>
          </a:extLst>
        </p:cNvPr>
        <p:cNvGrpSpPr/>
        <p:nvPr/>
      </p:nvGrpSpPr>
      <p:grpSpPr>
        <a:xfrm>
          <a:off x="0" y="0"/>
          <a:ext cx="0" cy="0"/>
          <a:chOff x="0" y="0"/>
          <a:chExt cx="0" cy="0"/>
        </a:xfrm>
      </p:grpSpPr>
      <p:sp>
        <p:nvSpPr>
          <p:cNvPr id="76" name="Google Shape;76;p2">
            <a:extLst>
              <a:ext uri="{FF2B5EF4-FFF2-40B4-BE49-F238E27FC236}">
                <a16:creationId xmlns:a16="http://schemas.microsoft.com/office/drawing/2014/main" id="{A09ADBC7-52B0-4921-829B-3B8DFA21DCB1}"/>
              </a:ext>
            </a:extLst>
          </p:cNvPr>
          <p:cNvSpPr txBox="1">
            <a:spLocks noGrp="1"/>
          </p:cNvSpPr>
          <p:nvPr>
            <p:ph type="title"/>
          </p:nvPr>
        </p:nvSpPr>
        <p:spPr>
          <a:xfrm>
            <a:off x="646111" y="452718"/>
            <a:ext cx="3057671" cy="68798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Microsoft JhengHei"/>
                <a:ea typeface="Microsoft JhengHei"/>
                <a:cs typeface="Microsoft JhengHei"/>
                <a:sym typeface="Microsoft JhengHei"/>
              </a:rPr>
              <a:t>廚房系統</a:t>
            </a:r>
            <a:endParaRPr dirty="0">
              <a:latin typeface="Microsoft JhengHei"/>
              <a:ea typeface="Microsoft JhengHei"/>
              <a:cs typeface="Microsoft JhengHei"/>
              <a:sym typeface="Microsoft JhengHei"/>
            </a:endParaRPr>
          </a:p>
        </p:txBody>
      </p:sp>
      <p:grpSp>
        <p:nvGrpSpPr>
          <p:cNvPr id="80" name="群組 79">
            <a:extLst>
              <a:ext uri="{FF2B5EF4-FFF2-40B4-BE49-F238E27FC236}">
                <a16:creationId xmlns:a16="http://schemas.microsoft.com/office/drawing/2014/main" id="{2B38A0F8-D149-42AD-8276-294D30785CD3}"/>
              </a:ext>
            </a:extLst>
          </p:cNvPr>
          <p:cNvGrpSpPr/>
          <p:nvPr/>
        </p:nvGrpSpPr>
        <p:grpSpPr>
          <a:xfrm>
            <a:off x="3332044" y="1046728"/>
            <a:ext cx="1461630" cy="942110"/>
            <a:chOff x="4332470" y="2727088"/>
            <a:chExt cx="1461630" cy="942110"/>
          </a:xfrm>
        </p:grpSpPr>
        <p:sp>
          <p:nvSpPr>
            <p:cNvPr id="81" name="矩形 80">
              <a:extLst>
                <a:ext uri="{FF2B5EF4-FFF2-40B4-BE49-F238E27FC236}">
                  <a16:creationId xmlns:a16="http://schemas.microsoft.com/office/drawing/2014/main" id="{B5C8BC4C-A3F5-C090-4A25-6067CFF869C8}"/>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文字方塊 81">
              <a:extLst>
                <a:ext uri="{FF2B5EF4-FFF2-40B4-BE49-F238E27FC236}">
                  <a16:creationId xmlns:a16="http://schemas.microsoft.com/office/drawing/2014/main" id="{B1EAA5B6-C331-224B-609F-10A64BB0AECF}"/>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Chef 1</a:t>
              </a:r>
              <a:endParaRPr lang="zh-TW" altLang="en-US" dirty="0"/>
            </a:p>
          </p:txBody>
        </p:sp>
      </p:grpSp>
      <p:grpSp>
        <p:nvGrpSpPr>
          <p:cNvPr id="4" name="群組 3">
            <a:extLst>
              <a:ext uri="{FF2B5EF4-FFF2-40B4-BE49-F238E27FC236}">
                <a16:creationId xmlns:a16="http://schemas.microsoft.com/office/drawing/2014/main" id="{3C14D1DE-0043-62EE-4E8A-AC97D1EB3B47}"/>
              </a:ext>
            </a:extLst>
          </p:cNvPr>
          <p:cNvGrpSpPr/>
          <p:nvPr/>
        </p:nvGrpSpPr>
        <p:grpSpPr>
          <a:xfrm>
            <a:off x="900546" y="2850311"/>
            <a:ext cx="1461630" cy="942110"/>
            <a:chOff x="4332470" y="2727088"/>
            <a:chExt cx="1461630" cy="942110"/>
          </a:xfrm>
        </p:grpSpPr>
        <p:sp>
          <p:nvSpPr>
            <p:cNvPr id="5" name="矩形 4">
              <a:extLst>
                <a:ext uri="{FF2B5EF4-FFF2-40B4-BE49-F238E27FC236}">
                  <a16:creationId xmlns:a16="http://schemas.microsoft.com/office/drawing/2014/main" id="{1186BD24-0278-D888-E36B-EE8BCBD8D4D4}"/>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08BEE96F-E420-0487-4474-335B9E455B56}"/>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Kitchen</a:t>
              </a:r>
              <a:endParaRPr lang="zh-TW" altLang="en-US" dirty="0"/>
            </a:p>
          </p:txBody>
        </p:sp>
      </p:grpSp>
      <p:grpSp>
        <p:nvGrpSpPr>
          <p:cNvPr id="11" name="群組 10">
            <a:extLst>
              <a:ext uri="{FF2B5EF4-FFF2-40B4-BE49-F238E27FC236}">
                <a16:creationId xmlns:a16="http://schemas.microsoft.com/office/drawing/2014/main" id="{67DF5645-AF7E-12F9-793A-35B19820159C}"/>
              </a:ext>
            </a:extLst>
          </p:cNvPr>
          <p:cNvGrpSpPr/>
          <p:nvPr/>
        </p:nvGrpSpPr>
        <p:grpSpPr>
          <a:xfrm>
            <a:off x="3303242" y="4923415"/>
            <a:ext cx="1461630" cy="942110"/>
            <a:chOff x="4332470" y="2727088"/>
            <a:chExt cx="1461630" cy="942110"/>
          </a:xfrm>
        </p:grpSpPr>
        <p:sp>
          <p:nvSpPr>
            <p:cNvPr id="12" name="矩形 11">
              <a:extLst>
                <a:ext uri="{FF2B5EF4-FFF2-40B4-BE49-F238E27FC236}">
                  <a16:creationId xmlns:a16="http://schemas.microsoft.com/office/drawing/2014/main" id="{ACDB6AB3-CABB-2AE8-033F-D60328D8BDFA}"/>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7FD53BE7-3123-8CAD-1FDE-08197369DB8F}"/>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Chef 3</a:t>
              </a:r>
              <a:endParaRPr lang="zh-TW" altLang="en-US" dirty="0"/>
            </a:p>
          </p:txBody>
        </p:sp>
      </p:grpSp>
      <p:grpSp>
        <p:nvGrpSpPr>
          <p:cNvPr id="14" name="群組 13">
            <a:extLst>
              <a:ext uri="{FF2B5EF4-FFF2-40B4-BE49-F238E27FC236}">
                <a16:creationId xmlns:a16="http://schemas.microsoft.com/office/drawing/2014/main" id="{5E77B39F-B85F-C34F-A23A-C2A9D163AD34}"/>
              </a:ext>
            </a:extLst>
          </p:cNvPr>
          <p:cNvGrpSpPr/>
          <p:nvPr/>
        </p:nvGrpSpPr>
        <p:grpSpPr>
          <a:xfrm>
            <a:off x="3332044" y="2864060"/>
            <a:ext cx="1461630" cy="942110"/>
            <a:chOff x="4332470" y="2727088"/>
            <a:chExt cx="1461630" cy="942110"/>
          </a:xfrm>
        </p:grpSpPr>
        <p:sp>
          <p:nvSpPr>
            <p:cNvPr id="15" name="矩形 14">
              <a:extLst>
                <a:ext uri="{FF2B5EF4-FFF2-40B4-BE49-F238E27FC236}">
                  <a16:creationId xmlns:a16="http://schemas.microsoft.com/office/drawing/2014/main" id="{ABABC70A-5D40-1465-8152-AEFBFAAFB657}"/>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5C648F99-87B2-1AB3-BA3C-32569082B811}"/>
                </a:ext>
              </a:extLst>
            </p:cNvPr>
            <p:cNvSpPr txBox="1"/>
            <p:nvPr/>
          </p:nvSpPr>
          <p:spPr>
            <a:xfrm>
              <a:off x="4343991" y="2834810"/>
              <a:ext cx="1450109" cy="523220"/>
            </a:xfrm>
            <a:prstGeom prst="rect">
              <a:avLst/>
            </a:prstGeom>
            <a:noFill/>
          </p:spPr>
          <p:txBody>
            <a:bodyPr wrap="square" rtlCol="0">
              <a:spAutoFit/>
            </a:bodyPr>
            <a:lstStyle/>
            <a:p>
              <a:endParaRPr lang="en-US" altLang="zh-TW" dirty="0"/>
            </a:p>
            <a:p>
              <a:pPr algn="ctr"/>
              <a:r>
                <a:rPr lang="en-US" altLang="zh-TW" dirty="0"/>
                <a:t>Chef 2</a:t>
              </a:r>
              <a:endParaRPr lang="zh-TW" altLang="en-US" dirty="0"/>
            </a:p>
          </p:txBody>
        </p:sp>
      </p:grpSp>
      <p:cxnSp>
        <p:nvCxnSpPr>
          <p:cNvPr id="18" name="直線單箭頭接點 17">
            <a:extLst>
              <a:ext uri="{FF2B5EF4-FFF2-40B4-BE49-F238E27FC236}">
                <a16:creationId xmlns:a16="http://schemas.microsoft.com/office/drawing/2014/main" id="{9E9A67CA-D063-22EC-1058-CD8385A34425}"/>
              </a:ext>
            </a:extLst>
          </p:cNvPr>
          <p:cNvCxnSpPr>
            <a:cxnSpLocks/>
            <a:stCxn id="6" idx="3"/>
            <a:endCxn id="82" idx="1"/>
          </p:cNvCxnSpPr>
          <p:nvPr/>
        </p:nvCxnSpPr>
        <p:spPr>
          <a:xfrm flipV="1">
            <a:off x="2362176" y="1416060"/>
            <a:ext cx="981389" cy="18035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BC2726CC-D73D-0BCE-51BE-FE6DA9E28A54}"/>
              </a:ext>
            </a:extLst>
          </p:cNvPr>
          <p:cNvCxnSpPr>
            <a:cxnSpLocks/>
          </p:cNvCxnSpPr>
          <p:nvPr/>
        </p:nvCxnSpPr>
        <p:spPr>
          <a:xfrm>
            <a:off x="2380673" y="3353145"/>
            <a:ext cx="86357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5A641013-E10C-0041-9C64-09C1C102BD72}"/>
              </a:ext>
            </a:extLst>
          </p:cNvPr>
          <p:cNvCxnSpPr>
            <a:cxnSpLocks/>
          </p:cNvCxnSpPr>
          <p:nvPr/>
        </p:nvCxnSpPr>
        <p:spPr>
          <a:xfrm>
            <a:off x="2372603" y="3509750"/>
            <a:ext cx="913358" cy="19321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FB5B2FD0-52F4-2434-5ADC-98D90681AA70}"/>
              </a:ext>
            </a:extLst>
          </p:cNvPr>
          <p:cNvCxnSpPr>
            <a:cxnSpLocks/>
          </p:cNvCxnSpPr>
          <p:nvPr/>
        </p:nvCxnSpPr>
        <p:spPr>
          <a:xfrm>
            <a:off x="4816716" y="1568404"/>
            <a:ext cx="3231012" cy="14033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B61D0701-228F-EA4E-160F-ED6783FC0F1E}"/>
              </a:ext>
            </a:extLst>
          </p:cNvPr>
          <p:cNvCxnSpPr>
            <a:cxnSpLocks/>
          </p:cNvCxnSpPr>
          <p:nvPr/>
        </p:nvCxnSpPr>
        <p:spPr>
          <a:xfrm flipV="1">
            <a:off x="4793674" y="3806170"/>
            <a:ext cx="3265575" cy="169566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26477E59-623B-1228-8F5B-C432EF31C318}"/>
              </a:ext>
            </a:extLst>
          </p:cNvPr>
          <p:cNvCxnSpPr>
            <a:cxnSpLocks/>
            <a:stCxn id="15" idx="3"/>
            <a:endCxn id="46" idx="1"/>
          </p:cNvCxnSpPr>
          <p:nvPr/>
        </p:nvCxnSpPr>
        <p:spPr>
          <a:xfrm>
            <a:off x="4782153" y="3335115"/>
            <a:ext cx="3304717" cy="305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4" name="群組 43">
            <a:extLst>
              <a:ext uri="{FF2B5EF4-FFF2-40B4-BE49-F238E27FC236}">
                <a16:creationId xmlns:a16="http://schemas.microsoft.com/office/drawing/2014/main" id="{D52428DB-E7E1-9752-A337-A1FCBFDCB6C8}"/>
              </a:ext>
            </a:extLst>
          </p:cNvPr>
          <p:cNvGrpSpPr/>
          <p:nvPr/>
        </p:nvGrpSpPr>
        <p:grpSpPr>
          <a:xfrm>
            <a:off x="8059249" y="2724388"/>
            <a:ext cx="3504156" cy="1570724"/>
            <a:chOff x="4332470" y="2727088"/>
            <a:chExt cx="1461630" cy="942110"/>
          </a:xfrm>
        </p:grpSpPr>
        <p:sp>
          <p:nvSpPr>
            <p:cNvPr id="45" name="矩形 44">
              <a:extLst>
                <a:ext uri="{FF2B5EF4-FFF2-40B4-BE49-F238E27FC236}">
                  <a16:creationId xmlns:a16="http://schemas.microsoft.com/office/drawing/2014/main" id="{77552482-0CC0-31B0-DDA6-E38F9E7BABAA}"/>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文字方塊 45">
              <a:extLst>
                <a:ext uri="{FF2B5EF4-FFF2-40B4-BE49-F238E27FC236}">
                  <a16:creationId xmlns:a16="http://schemas.microsoft.com/office/drawing/2014/main" id="{752C94D3-1B33-D032-9863-214CAB256623}"/>
                </a:ext>
              </a:extLst>
            </p:cNvPr>
            <p:cNvSpPr txBox="1"/>
            <p:nvPr/>
          </p:nvSpPr>
          <p:spPr>
            <a:xfrm>
              <a:off x="4343991" y="2834810"/>
              <a:ext cx="1450109" cy="553807"/>
            </a:xfrm>
            <a:prstGeom prst="rect">
              <a:avLst/>
            </a:prstGeom>
            <a:noFill/>
          </p:spPr>
          <p:txBody>
            <a:bodyPr wrap="square" rtlCol="0">
              <a:spAutoFit/>
            </a:bodyPr>
            <a:lstStyle/>
            <a:p>
              <a:endParaRPr lang="en-US" altLang="zh-TW" dirty="0"/>
            </a:p>
            <a:p>
              <a:pPr algn="ctr"/>
              <a:r>
                <a:rPr lang="en-US" altLang="zh-TW" sz="4000" dirty="0"/>
                <a:t>Workspace</a:t>
              </a:r>
              <a:endParaRPr lang="zh-TW" altLang="en-US" sz="4000" dirty="0"/>
            </a:p>
          </p:txBody>
        </p:sp>
      </p:grpSp>
    </p:spTree>
    <p:extLst>
      <p:ext uri="{BB962C8B-B14F-4D97-AF65-F5344CB8AC3E}">
        <p14:creationId xmlns:p14="http://schemas.microsoft.com/office/powerpoint/2010/main" val="267429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35751148-55C0-8CA9-2F90-7F03E41EBE74}"/>
            </a:ext>
          </a:extLst>
        </p:cNvPr>
        <p:cNvGrpSpPr/>
        <p:nvPr/>
      </p:nvGrpSpPr>
      <p:grpSpPr>
        <a:xfrm>
          <a:off x="0" y="0"/>
          <a:ext cx="0" cy="0"/>
          <a:chOff x="0" y="0"/>
          <a:chExt cx="0" cy="0"/>
        </a:xfrm>
      </p:grpSpPr>
      <p:sp>
        <p:nvSpPr>
          <p:cNvPr id="76" name="Google Shape;76;p2">
            <a:extLst>
              <a:ext uri="{FF2B5EF4-FFF2-40B4-BE49-F238E27FC236}">
                <a16:creationId xmlns:a16="http://schemas.microsoft.com/office/drawing/2014/main" id="{1D9F36AF-22EF-4684-9974-8588034FE6C9}"/>
              </a:ext>
            </a:extLst>
          </p:cNvPr>
          <p:cNvSpPr txBox="1">
            <a:spLocks noGrp="1"/>
          </p:cNvSpPr>
          <p:nvPr>
            <p:ph type="title"/>
          </p:nvPr>
        </p:nvSpPr>
        <p:spPr>
          <a:xfrm>
            <a:off x="646112" y="452718"/>
            <a:ext cx="2259458" cy="70492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a:latin typeface="Microsoft JhengHei"/>
                <a:ea typeface="Microsoft JhengHei"/>
                <a:cs typeface="Microsoft JhengHei"/>
                <a:sym typeface="Microsoft JhengHei"/>
              </a:rPr>
              <a:t>GUI</a:t>
            </a:r>
            <a:r>
              <a:rPr lang="zh-TW" altLang="en-US" dirty="0">
                <a:latin typeface="Microsoft JhengHei"/>
                <a:ea typeface="Microsoft JhengHei"/>
                <a:cs typeface="Microsoft JhengHei"/>
                <a:sym typeface="Microsoft JhengHei"/>
              </a:rPr>
              <a:t>介面</a:t>
            </a:r>
            <a:endParaRPr dirty="0">
              <a:latin typeface="Microsoft JhengHei"/>
              <a:ea typeface="Microsoft JhengHei"/>
              <a:cs typeface="Microsoft JhengHei"/>
              <a:sym typeface="Microsoft JhengHei"/>
            </a:endParaRPr>
          </a:p>
        </p:txBody>
      </p:sp>
      <p:grpSp>
        <p:nvGrpSpPr>
          <p:cNvPr id="41" name="群組 40">
            <a:extLst>
              <a:ext uri="{FF2B5EF4-FFF2-40B4-BE49-F238E27FC236}">
                <a16:creationId xmlns:a16="http://schemas.microsoft.com/office/drawing/2014/main" id="{B2854BB4-F06C-9B60-077C-102E21364C0C}"/>
              </a:ext>
            </a:extLst>
          </p:cNvPr>
          <p:cNvGrpSpPr/>
          <p:nvPr/>
        </p:nvGrpSpPr>
        <p:grpSpPr>
          <a:xfrm>
            <a:off x="1433915" y="4858128"/>
            <a:ext cx="1450109" cy="1169551"/>
            <a:chOff x="4332470" y="2679039"/>
            <a:chExt cx="1450109" cy="1169551"/>
          </a:xfrm>
        </p:grpSpPr>
        <p:sp>
          <p:nvSpPr>
            <p:cNvPr id="42" name="矩形 41">
              <a:extLst>
                <a:ext uri="{FF2B5EF4-FFF2-40B4-BE49-F238E27FC236}">
                  <a16:creationId xmlns:a16="http://schemas.microsoft.com/office/drawing/2014/main" id="{B8BAA6DC-38EB-F8EC-A7F7-009CBB45FA88}"/>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文字方塊 42">
              <a:extLst>
                <a:ext uri="{FF2B5EF4-FFF2-40B4-BE49-F238E27FC236}">
                  <a16:creationId xmlns:a16="http://schemas.microsoft.com/office/drawing/2014/main" id="{0BF6B275-1B5C-622A-B228-B3CE8EF82332}"/>
                </a:ext>
              </a:extLst>
            </p:cNvPr>
            <p:cNvSpPr txBox="1"/>
            <p:nvPr/>
          </p:nvSpPr>
          <p:spPr>
            <a:xfrm>
              <a:off x="4332470" y="2679039"/>
              <a:ext cx="1450109" cy="1169551"/>
            </a:xfrm>
            <a:prstGeom prst="rect">
              <a:avLst/>
            </a:prstGeom>
            <a:noFill/>
          </p:spPr>
          <p:txBody>
            <a:bodyPr wrap="square" rtlCol="0">
              <a:spAutoFit/>
            </a:bodyPr>
            <a:lstStyle/>
            <a:p>
              <a:endParaRPr lang="en-US" altLang="zh-TW" dirty="0"/>
            </a:p>
            <a:p>
              <a:pPr algn="ctr"/>
              <a:r>
                <a:rPr lang="en-US" altLang="zh-TW" dirty="0"/>
                <a:t>Refrigerator</a:t>
              </a:r>
            </a:p>
            <a:p>
              <a:pPr algn="ctr"/>
              <a:endParaRPr lang="en-US" altLang="zh-TW" dirty="0"/>
            </a:p>
            <a:p>
              <a:pPr algn="ctr"/>
              <a:r>
                <a:rPr lang="en-US" altLang="zh-TW" dirty="0"/>
                <a:t>1 workspace</a:t>
              </a:r>
            </a:p>
            <a:p>
              <a:pPr algn="ctr"/>
              <a:endParaRPr lang="zh-TW" altLang="en-US" dirty="0"/>
            </a:p>
          </p:txBody>
        </p:sp>
      </p:grpSp>
      <p:grpSp>
        <p:nvGrpSpPr>
          <p:cNvPr id="44" name="群組 43">
            <a:extLst>
              <a:ext uri="{FF2B5EF4-FFF2-40B4-BE49-F238E27FC236}">
                <a16:creationId xmlns:a16="http://schemas.microsoft.com/office/drawing/2014/main" id="{8AC75EB6-7C59-B709-2CF4-B385A433A64C}"/>
              </a:ext>
            </a:extLst>
          </p:cNvPr>
          <p:cNvGrpSpPr/>
          <p:nvPr/>
        </p:nvGrpSpPr>
        <p:grpSpPr>
          <a:xfrm>
            <a:off x="1445436" y="1457498"/>
            <a:ext cx="1450109" cy="989117"/>
            <a:chOff x="4332470" y="2680081"/>
            <a:chExt cx="1450109" cy="989117"/>
          </a:xfrm>
        </p:grpSpPr>
        <p:sp>
          <p:nvSpPr>
            <p:cNvPr id="45" name="矩形 44">
              <a:extLst>
                <a:ext uri="{FF2B5EF4-FFF2-40B4-BE49-F238E27FC236}">
                  <a16:creationId xmlns:a16="http://schemas.microsoft.com/office/drawing/2014/main" id="{4C4A6608-912C-F32D-492C-8554ECFCCE0C}"/>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文字方塊 45">
              <a:extLst>
                <a:ext uri="{FF2B5EF4-FFF2-40B4-BE49-F238E27FC236}">
                  <a16:creationId xmlns:a16="http://schemas.microsoft.com/office/drawing/2014/main" id="{4AD501AB-36C8-6F0E-8F00-1CC5C4288632}"/>
                </a:ext>
              </a:extLst>
            </p:cNvPr>
            <p:cNvSpPr txBox="1"/>
            <p:nvPr/>
          </p:nvSpPr>
          <p:spPr>
            <a:xfrm>
              <a:off x="4332470" y="2680081"/>
              <a:ext cx="1450109" cy="954107"/>
            </a:xfrm>
            <a:prstGeom prst="rect">
              <a:avLst/>
            </a:prstGeom>
            <a:noFill/>
          </p:spPr>
          <p:txBody>
            <a:bodyPr wrap="square" rtlCol="0">
              <a:spAutoFit/>
            </a:bodyPr>
            <a:lstStyle/>
            <a:p>
              <a:endParaRPr lang="en-US" altLang="zh-TW" dirty="0"/>
            </a:p>
            <a:p>
              <a:pPr algn="ctr"/>
              <a:r>
                <a:rPr lang="en-US" altLang="zh-TW" dirty="0"/>
                <a:t>Sink</a:t>
              </a:r>
            </a:p>
            <a:p>
              <a:pPr algn="ctr"/>
              <a:endParaRPr lang="en-US" altLang="zh-TW" dirty="0"/>
            </a:p>
            <a:p>
              <a:pPr algn="ctr"/>
              <a:r>
                <a:rPr lang="en-US" altLang="zh-TW" dirty="0"/>
                <a:t>1 workspace</a:t>
              </a:r>
              <a:endParaRPr lang="zh-TW" altLang="en-US" dirty="0"/>
            </a:p>
          </p:txBody>
        </p:sp>
      </p:grpSp>
      <p:grpSp>
        <p:nvGrpSpPr>
          <p:cNvPr id="55" name="群組 54">
            <a:extLst>
              <a:ext uri="{FF2B5EF4-FFF2-40B4-BE49-F238E27FC236}">
                <a16:creationId xmlns:a16="http://schemas.microsoft.com/office/drawing/2014/main" id="{7DE715AF-FE65-385A-3709-7BC5445427F0}"/>
              </a:ext>
            </a:extLst>
          </p:cNvPr>
          <p:cNvGrpSpPr/>
          <p:nvPr/>
        </p:nvGrpSpPr>
        <p:grpSpPr>
          <a:xfrm>
            <a:off x="8810600" y="1504271"/>
            <a:ext cx="1450109" cy="4355948"/>
            <a:chOff x="4332470" y="2727088"/>
            <a:chExt cx="1450109" cy="942110"/>
          </a:xfrm>
        </p:grpSpPr>
        <p:sp>
          <p:nvSpPr>
            <p:cNvPr id="58" name="矩形 57">
              <a:extLst>
                <a:ext uri="{FF2B5EF4-FFF2-40B4-BE49-F238E27FC236}">
                  <a16:creationId xmlns:a16="http://schemas.microsoft.com/office/drawing/2014/main" id="{E0E9CBD8-4C62-81B0-0503-7CA1CBB99410}"/>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文字方塊 59">
              <a:extLst>
                <a:ext uri="{FF2B5EF4-FFF2-40B4-BE49-F238E27FC236}">
                  <a16:creationId xmlns:a16="http://schemas.microsoft.com/office/drawing/2014/main" id="{391E3E3F-8D18-9279-0B5E-858213CDA722}"/>
                </a:ext>
              </a:extLst>
            </p:cNvPr>
            <p:cNvSpPr txBox="1"/>
            <p:nvPr/>
          </p:nvSpPr>
          <p:spPr>
            <a:xfrm>
              <a:off x="4332470" y="3076888"/>
              <a:ext cx="1450109" cy="206355"/>
            </a:xfrm>
            <a:prstGeom prst="rect">
              <a:avLst/>
            </a:prstGeom>
            <a:noFill/>
          </p:spPr>
          <p:txBody>
            <a:bodyPr wrap="square" rtlCol="0">
              <a:spAutoFit/>
            </a:bodyPr>
            <a:lstStyle/>
            <a:p>
              <a:endParaRPr lang="en-US" altLang="zh-TW" dirty="0"/>
            </a:p>
            <a:p>
              <a:pPr algn="ctr"/>
              <a:r>
                <a:rPr lang="en-US" altLang="zh-TW" dirty="0"/>
                <a:t>Delivery Area</a:t>
              </a:r>
            </a:p>
            <a:p>
              <a:pPr algn="ctr"/>
              <a:endParaRPr lang="en-US" altLang="zh-TW" dirty="0"/>
            </a:p>
            <a:p>
              <a:pPr algn="ctr"/>
              <a:r>
                <a:rPr lang="en-US" altLang="zh-TW" dirty="0"/>
                <a:t>3 workspace</a:t>
              </a:r>
              <a:endParaRPr lang="zh-TW" altLang="en-US" dirty="0"/>
            </a:p>
          </p:txBody>
        </p:sp>
      </p:grpSp>
      <p:grpSp>
        <p:nvGrpSpPr>
          <p:cNvPr id="61" name="群組 60">
            <a:extLst>
              <a:ext uri="{FF2B5EF4-FFF2-40B4-BE49-F238E27FC236}">
                <a16:creationId xmlns:a16="http://schemas.microsoft.com/office/drawing/2014/main" id="{590B1006-7B90-7759-717C-47C3A94DA85A}"/>
              </a:ext>
            </a:extLst>
          </p:cNvPr>
          <p:cNvGrpSpPr/>
          <p:nvPr/>
        </p:nvGrpSpPr>
        <p:grpSpPr>
          <a:xfrm>
            <a:off x="1433916" y="3053787"/>
            <a:ext cx="1461630" cy="1009931"/>
            <a:chOff x="4332470" y="2659267"/>
            <a:chExt cx="1461630" cy="1009931"/>
          </a:xfrm>
        </p:grpSpPr>
        <p:sp>
          <p:nvSpPr>
            <p:cNvPr id="62" name="矩形 61">
              <a:extLst>
                <a:ext uri="{FF2B5EF4-FFF2-40B4-BE49-F238E27FC236}">
                  <a16:creationId xmlns:a16="http://schemas.microsoft.com/office/drawing/2014/main" id="{0F0D5FB7-6B2F-E967-1A49-16CAEAA28E67}"/>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文字方塊 63">
              <a:extLst>
                <a:ext uri="{FF2B5EF4-FFF2-40B4-BE49-F238E27FC236}">
                  <a16:creationId xmlns:a16="http://schemas.microsoft.com/office/drawing/2014/main" id="{EC6230E5-C948-17F8-A281-54FE5CFB5E2C}"/>
                </a:ext>
              </a:extLst>
            </p:cNvPr>
            <p:cNvSpPr txBox="1"/>
            <p:nvPr/>
          </p:nvSpPr>
          <p:spPr>
            <a:xfrm>
              <a:off x="4343991" y="2659267"/>
              <a:ext cx="1450109" cy="954107"/>
            </a:xfrm>
            <a:prstGeom prst="rect">
              <a:avLst/>
            </a:prstGeom>
            <a:noFill/>
          </p:spPr>
          <p:txBody>
            <a:bodyPr wrap="square" rtlCol="0">
              <a:spAutoFit/>
            </a:bodyPr>
            <a:lstStyle/>
            <a:p>
              <a:endParaRPr lang="en-US" altLang="zh-TW" dirty="0"/>
            </a:p>
            <a:p>
              <a:pPr algn="ctr"/>
              <a:r>
                <a:rPr lang="en-US" altLang="zh-TW" dirty="0"/>
                <a:t>Cutting Board</a:t>
              </a:r>
            </a:p>
            <a:p>
              <a:pPr algn="ctr"/>
              <a:endParaRPr lang="en-US" altLang="zh-TW" dirty="0"/>
            </a:p>
            <a:p>
              <a:pPr algn="ctr"/>
              <a:r>
                <a:rPr lang="en-US" altLang="zh-TW" dirty="0"/>
                <a:t>2 workspace</a:t>
              </a:r>
              <a:endParaRPr lang="zh-TW" altLang="en-US" dirty="0"/>
            </a:p>
          </p:txBody>
        </p:sp>
      </p:grpSp>
      <p:grpSp>
        <p:nvGrpSpPr>
          <p:cNvPr id="86" name="群組 85">
            <a:extLst>
              <a:ext uri="{FF2B5EF4-FFF2-40B4-BE49-F238E27FC236}">
                <a16:creationId xmlns:a16="http://schemas.microsoft.com/office/drawing/2014/main" id="{533E1FA4-29AD-7FA7-3EA5-079A65D53AF9}"/>
              </a:ext>
            </a:extLst>
          </p:cNvPr>
          <p:cNvGrpSpPr/>
          <p:nvPr/>
        </p:nvGrpSpPr>
        <p:grpSpPr>
          <a:xfrm>
            <a:off x="4684752" y="4882152"/>
            <a:ext cx="2896750" cy="990159"/>
            <a:chOff x="4332470" y="2668084"/>
            <a:chExt cx="1458424" cy="1001114"/>
          </a:xfrm>
        </p:grpSpPr>
        <p:sp>
          <p:nvSpPr>
            <p:cNvPr id="87" name="矩形 86">
              <a:extLst>
                <a:ext uri="{FF2B5EF4-FFF2-40B4-BE49-F238E27FC236}">
                  <a16:creationId xmlns:a16="http://schemas.microsoft.com/office/drawing/2014/main" id="{16BBFF2F-A8BC-672C-AB9A-A060AC55DE08}"/>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文字方塊 87">
              <a:extLst>
                <a:ext uri="{FF2B5EF4-FFF2-40B4-BE49-F238E27FC236}">
                  <a16:creationId xmlns:a16="http://schemas.microsoft.com/office/drawing/2014/main" id="{36D5F1A8-1FF3-46B9-15CD-6AAB2E29AEA1}"/>
                </a:ext>
              </a:extLst>
            </p:cNvPr>
            <p:cNvSpPr txBox="1"/>
            <p:nvPr/>
          </p:nvSpPr>
          <p:spPr>
            <a:xfrm>
              <a:off x="4340785" y="2668084"/>
              <a:ext cx="1450109" cy="954107"/>
            </a:xfrm>
            <a:prstGeom prst="rect">
              <a:avLst/>
            </a:prstGeom>
            <a:noFill/>
          </p:spPr>
          <p:txBody>
            <a:bodyPr wrap="square" rtlCol="0">
              <a:spAutoFit/>
            </a:bodyPr>
            <a:lstStyle/>
            <a:p>
              <a:endParaRPr lang="en-US" altLang="zh-TW" dirty="0"/>
            </a:p>
            <a:p>
              <a:pPr algn="ctr"/>
              <a:r>
                <a:rPr lang="en-US" altLang="zh-TW" dirty="0"/>
                <a:t>Stove</a:t>
              </a:r>
            </a:p>
            <a:p>
              <a:pPr algn="ctr"/>
              <a:endParaRPr lang="en-US" altLang="zh-TW" dirty="0"/>
            </a:p>
            <a:p>
              <a:pPr algn="ctr"/>
              <a:r>
                <a:rPr lang="en-US" altLang="zh-TW" dirty="0"/>
                <a:t>1 workspace</a:t>
              </a:r>
            </a:p>
          </p:txBody>
        </p:sp>
      </p:grpSp>
      <p:grpSp>
        <p:nvGrpSpPr>
          <p:cNvPr id="89" name="群組 88">
            <a:extLst>
              <a:ext uri="{FF2B5EF4-FFF2-40B4-BE49-F238E27FC236}">
                <a16:creationId xmlns:a16="http://schemas.microsoft.com/office/drawing/2014/main" id="{75BE7505-8AE0-570D-8A68-D236F9898D8A}"/>
              </a:ext>
            </a:extLst>
          </p:cNvPr>
          <p:cNvGrpSpPr/>
          <p:nvPr/>
        </p:nvGrpSpPr>
        <p:grpSpPr>
          <a:xfrm>
            <a:off x="4680239" y="1517346"/>
            <a:ext cx="2831521" cy="942110"/>
            <a:chOff x="4332470" y="2727088"/>
            <a:chExt cx="1489162" cy="942110"/>
          </a:xfrm>
        </p:grpSpPr>
        <p:sp>
          <p:nvSpPr>
            <p:cNvPr id="90" name="矩形 89">
              <a:extLst>
                <a:ext uri="{FF2B5EF4-FFF2-40B4-BE49-F238E27FC236}">
                  <a16:creationId xmlns:a16="http://schemas.microsoft.com/office/drawing/2014/main" id="{26F43FF4-72D9-9E85-4C27-E2795AEC0C3C}"/>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文字方塊 90">
              <a:extLst>
                <a:ext uri="{FF2B5EF4-FFF2-40B4-BE49-F238E27FC236}">
                  <a16:creationId xmlns:a16="http://schemas.microsoft.com/office/drawing/2014/main" id="{089122F5-0822-C192-BB14-08EA97A793BC}"/>
                </a:ext>
              </a:extLst>
            </p:cNvPr>
            <p:cNvSpPr txBox="1"/>
            <p:nvPr/>
          </p:nvSpPr>
          <p:spPr>
            <a:xfrm>
              <a:off x="4371523" y="2827087"/>
              <a:ext cx="1450109" cy="523220"/>
            </a:xfrm>
            <a:prstGeom prst="rect">
              <a:avLst/>
            </a:prstGeom>
            <a:noFill/>
          </p:spPr>
          <p:txBody>
            <a:bodyPr wrap="square" rtlCol="0">
              <a:spAutoFit/>
            </a:bodyPr>
            <a:lstStyle/>
            <a:p>
              <a:endParaRPr lang="en-US" altLang="zh-TW" dirty="0"/>
            </a:p>
            <a:p>
              <a:pPr algn="ctr"/>
              <a:r>
                <a:rPr lang="en-US" altLang="zh-TW" dirty="0"/>
                <a:t>Recycling Area</a:t>
              </a:r>
              <a:endParaRPr lang="zh-TW" altLang="en-US" dirty="0"/>
            </a:p>
          </p:txBody>
        </p:sp>
      </p:grpSp>
      <p:sp>
        <p:nvSpPr>
          <p:cNvPr id="5" name="橢圓 4">
            <a:extLst>
              <a:ext uri="{FF2B5EF4-FFF2-40B4-BE49-F238E27FC236}">
                <a16:creationId xmlns:a16="http://schemas.microsoft.com/office/drawing/2014/main" id="{428EBF0F-0B72-68D7-67EC-59B45C423B26}"/>
              </a:ext>
            </a:extLst>
          </p:cNvPr>
          <p:cNvSpPr/>
          <p:nvPr/>
        </p:nvSpPr>
        <p:spPr>
          <a:xfrm>
            <a:off x="4313319" y="3412836"/>
            <a:ext cx="157018" cy="145473"/>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a:extLst>
              <a:ext uri="{FF2B5EF4-FFF2-40B4-BE49-F238E27FC236}">
                <a16:creationId xmlns:a16="http://schemas.microsoft.com/office/drawing/2014/main" id="{94346457-5D1A-B966-7339-0C67CC0C8B5F}"/>
              </a:ext>
            </a:extLst>
          </p:cNvPr>
          <p:cNvSpPr/>
          <p:nvPr/>
        </p:nvSpPr>
        <p:spPr>
          <a:xfrm>
            <a:off x="4739603" y="3406877"/>
            <a:ext cx="157018" cy="145473"/>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a:extLst>
              <a:ext uri="{FF2B5EF4-FFF2-40B4-BE49-F238E27FC236}">
                <a16:creationId xmlns:a16="http://schemas.microsoft.com/office/drawing/2014/main" id="{4B0E9BB8-5DB1-ADB0-8C44-8F2E035497E2}"/>
              </a:ext>
            </a:extLst>
          </p:cNvPr>
          <p:cNvSpPr/>
          <p:nvPr/>
        </p:nvSpPr>
        <p:spPr>
          <a:xfrm>
            <a:off x="5165887" y="3406877"/>
            <a:ext cx="157018" cy="145473"/>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FA6CAAFF-383F-C814-22C8-642D0210B064}"/>
              </a:ext>
            </a:extLst>
          </p:cNvPr>
          <p:cNvSpPr/>
          <p:nvPr/>
        </p:nvSpPr>
        <p:spPr>
          <a:xfrm>
            <a:off x="4137891" y="3198941"/>
            <a:ext cx="1326950" cy="5613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543E1C19-B41B-66B7-CA8E-05662D4B8B02}"/>
              </a:ext>
            </a:extLst>
          </p:cNvPr>
          <p:cNvSpPr txBox="1"/>
          <p:nvPr/>
        </p:nvSpPr>
        <p:spPr>
          <a:xfrm>
            <a:off x="4092204" y="2863526"/>
            <a:ext cx="1326950" cy="313725"/>
          </a:xfrm>
          <a:prstGeom prst="rect">
            <a:avLst/>
          </a:prstGeom>
          <a:noFill/>
        </p:spPr>
        <p:txBody>
          <a:bodyPr wrap="square" rtlCol="0">
            <a:spAutoFit/>
          </a:bodyPr>
          <a:lstStyle/>
          <a:p>
            <a:pPr algn="ctr"/>
            <a:r>
              <a:rPr lang="en-US" altLang="zh-TW" dirty="0">
                <a:solidFill>
                  <a:srgbClr val="FF0000"/>
                </a:solidFill>
              </a:rPr>
              <a:t>Initial Area</a:t>
            </a:r>
            <a:endParaRPr lang="zh-TW" altLang="en-US" dirty="0">
              <a:solidFill>
                <a:srgbClr val="FF0000"/>
              </a:solidFill>
            </a:endParaRPr>
          </a:p>
        </p:txBody>
      </p:sp>
      <p:cxnSp>
        <p:nvCxnSpPr>
          <p:cNvPr id="15" name="直線單箭頭接點 14">
            <a:extLst>
              <a:ext uri="{FF2B5EF4-FFF2-40B4-BE49-F238E27FC236}">
                <a16:creationId xmlns:a16="http://schemas.microsoft.com/office/drawing/2014/main" id="{3F90D04E-68DE-90F3-FAE4-B9455E6D8925}"/>
              </a:ext>
            </a:extLst>
          </p:cNvPr>
          <p:cNvCxnSpPr>
            <a:cxnSpLocks/>
          </p:cNvCxnSpPr>
          <p:nvPr/>
        </p:nvCxnSpPr>
        <p:spPr>
          <a:xfrm flipH="1">
            <a:off x="2948364" y="1975560"/>
            <a:ext cx="1609437" cy="128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47A422E9-41F4-BC8C-9CB0-6A891B53B59E}"/>
              </a:ext>
            </a:extLst>
          </p:cNvPr>
          <p:cNvSpPr txBox="1"/>
          <p:nvPr/>
        </p:nvSpPr>
        <p:spPr>
          <a:xfrm>
            <a:off x="3041709" y="1591254"/>
            <a:ext cx="1473146" cy="738664"/>
          </a:xfrm>
          <a:prstGeom prst="rect">
            <a:avLst/>
          </a:prstGeom>
          <a:noFill/>
        </p:spPr>
        <p:txBody>
          <a:bodyPr wrap="square" rtlCol="0">
            <a:spAutoFit/>
          </a:bodyPr>
          <a:lstStyle/>
          <a:p>
            <a:pPr algn="ctr"/>
            <a:r>
              <a:rPr lang="en-US" altLang="zh-TW" dirty="0"/>
              <a:t>Wash</a:t>
            </a:r>
          </a:p>
          <a:p>
            <a:endParaRPr lang="en-US" altLang="zh-TW" dirty="0"/>
          </a:p>
          <a:p>
            <a:pPr algn="ctr"/>
            <a:r>
              <a:rPr lang="en-US" altLang="zh-TW" dirty="0"/>
              <a:t>Dish</a:t>
            </a:r>
            <a:endParaRPr lang="zh-TW" altLang="en-US" dirty="0"/>
          </a:p>
        </p:txBody>
      </p:sp>
      <p:cxnSp>
        <p:nvCxnSpPr>
          <p:cNvPr id="19" name="直線單箭頭接點 18">
            <a:extLst>
              <a:ext uri="{FF2B5EF4-FFF2-40B4-BE49-F238E27FC236}">
                <a16:creationId xmlns:a16="http://schemas.microsoft.com/office/drawing/2014/main" id="{B1FD342F-3422-3A66-7C12-7842DA7A9CD3}"/>
              </a:ext>
            </a:extLst>
          </p:cNvPr>
          <p:cNvCxnSpPr>
            <a:cxnSpLocks/>
            <a:stCxn id="43" idx="0"/>
          </p:cNvCxnSpPr>
          <p:nvPr/>
        </p:nvCxnSpPr>
        <p:spPr>
          <a:xfrm flipV="1">
            <a:off x="2158970" y="4119564"/>
            <a:ext cx="1" cy="73856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28F35AFB-7DEA-C643-1D4D-691CBC6254CB}"/>
              </a:ext>
            </a:extLst>
          </p:cNvPr>
          <p:cNvCxnSpPr>
            <a:cxnSpLocks/>
          </p:cNvCxnSpPr>
          <p:nvPr/>
        </p:nvCxnSpPr>
        <p:spPr>
          <a:xfrm>
            <a:off x="2953378" y="5394318"/>
            <a:ext cx="1604423" cy="1209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E39509BD-37DE-9F5B-60B7-45E36DC08E3A}"/>
              </a:ext>
            </a:extLst>
          </p:cNvPr>
          <p:cNvSpPr txBox="1"/>
          <p:nvPr/>
        </p:nvSpPr>
        <p:spPr>
          <a:xfrm>
            <a:off x="2214074" y="4397280"/>
            <a:ext cx="1468581" cy="307777"/>
          </a:xfrm>
          <a:prstGeom prst="rect">
            <a:avLst/>
          </a:prstGeom>
          <a:noFill/>
        </p:spPr>
        <p:txBody>
          <a:bodyPr wrap="square" rtlCol="0">
            <a:spAutoFit/>
          </a:bodyPr>
          <a:lstStyle/>
          <a:p>
            <a:r>
              <a:rPr lang="en-US" altLang="zh-TW" dirty="0">
                <a:solidFill>
                  <a:srgbClr val="FFC000"/>
                </a:solidFill>
              </a:rPr>
              <a:t>Get</a:t>
            </a:r>
            <a:r>
              <a:rPr lang="en-US" altLang="zh-TW" dirty="0"/>
              <a:t> </a:t>
            </a:r>
            <a:r>
              <a:rPr lang="en-US" altLang="zh-TW" dirty="0">
                <a:solidFill>
                  <a:srgbClr val="FFC000"/>
                </a:solidFill>
              </a:rPr>
              <a:t>Ingredients</a:t>
            </a:r>
            <a:endParaRPr lang="zh-TW" altLang="en-US" dirty="0">
              <a:solidFill>
                <a:srgbClr val="FFC000"/>
              </a:solidFill>
            </a:endParaRPr>
          </a:p>
        </p:txBody>
      </p:sp>
      <p:cxnSp>
        <p:nvCxnSpPr>
          <p:cNvPr id="50" name="接點: 肘形 49">
            <a:extLst>
              <a:ext uri="{FF2B5EF4-FFF2-40B4-BE49-F238E27FC236}">
                <a16:creationId xmlns:a16="http://schemas.microsoft.com/office/drawing/2014/main" id="{EBF0B936-8FAD-A31C-CFA5-D007A7728BA4}"/>
              </a:ext>
            </a:extLst>
          </p:cNvPr>
          <p:cNvCxnSpPr>
            <a:cxnSpLocks/>
          </p:cNvCxnSpPr>
          <p:nvPr/>
        </p:nvCxnSpPr>
        <p:spPr>
          <a:xfrm flipV="1">
            <a:off x="2895545" y="2746430"/>
            <a:ext cx="5814346" cy="607572"/>
          </a:xfrm>
          <a:prstGeom prst="bentConnector3">
            <a:avLst>
              <a:gd name="adj1" fmla="val 266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接點: 肘形 58">
            <a:extLst>
              <a:ext uri="{FF2B5EF4-FFF2-40B4-BE49-F238E27FC236}">
                <a16:creationId xmlns:a16="http://schemas.microsoft.com/office/drawing/2014/main" id="{4DD6E4D9-06AC-5566-1ACB-EDE4185041CA}"/>
              </a:ext>
            </a:extLst>
          </p:cNvPr>
          <p:cNvCxnSpPr>
            <a:cxnSpLocks/>
          </p:cNvCxnSpPr>
          <p:nvPr/>
        </p:nvCxnSpPr>
        <p:spPr>
          <a:xfrm rot="5400000" flipH="1" flipV="1">
            <a:off x="7054839" y="3274963"/>
            <a:ext cx="762588" cy="2568506"/>
          </a:xfrm>
          <a:prstGeom prst="bentConnector2">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72" name="文字方塊 71">
            <a:extLst>
              <a:ext uri="{FF2B5EF4-FFF2-40B4-BE49-F238E27FC236}">
                <a16:creationId xmlns:a16="http://schemas.microsoft.com/office/drawing/2014/main" id="{51A216CA-ABA9-F723-7485-CCB25CAE9A33}"/>
              </a:ext>
            </a:extLst>
          </p:cNvPr>
          <p:cNvSpPr txBox="1"/>
          <p:nvPr/>
        </p:nvSpPr>
        <p:spPr>
          <a:xfrm>
            <a:off x="6623045" y="3755941"/>
            <a:ext cx="1048671" cy="307777"/>
          </a:xfrm>
          <a:prstGeom prst="rect">
            <a:avLst/>
          </a:prstGeom>
          <a:noFill/>
        </p:spPr>
        <p:txBody>
          <a:bodyPr wrap="square" rtlCol="0">
            <a:spAutoFit/>
          </a:bodyPr>
          <a:lstStyle/>
          <a:p>
            <a:r>
              <a:rPr lang="en-US" altLang="zh-TW" dirty="0">
                <a:solidFill>
                  <a:srgbClr val="92D050"/>
                </a:solidFill>
              </a:rPr>
              <a:t>Complete</a:t>
            </a:r>
            <a:endParaRPr lang="zh-TW" altLang="en-US" dirty="0">
              <a:solidFill>
                <a:srgbClr val="92D050"/>
              </a:solidFill>
            </a:endParaRPr>
          </a:p>
        </p:txBody>
      </p:sp>
    </p:spTree>
    <p:extLst>
      <p:ext uri="{BB962C8B-B14F-4D97-AF65-F5344CB8AC3E}">
        <p14:creationId xmlns:p14="http://schemas.microsoft.com/office/powerpoint/2010/main" val="2921001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E206A1B3-3813-DFD7-2A89-2C7DF00EDB0A}"/>
            </a:ext>
          </a:extLst>
        </p:cNvPr>
        <p:cNvGrpSpPr/>
        <p:nvPr/>
      </p:nvGrpSpPr>
      <p:grpSpPr>
        <a:xfrm>
          <a:off x="0" y="0"/>
          <a:ext cx="0" cy="0"/>
          <a:chOff x="0" y="0"/>
          <a:chExt cx="0" cy="0"/>
        </a:xfrm>
      </p:grpSpPr>
      <p:sp>
        <p:nvSpPr>
          <p:cNvPr id="76" name="Google Shape;76;p2">
            <a:extLst>
              <a:ext uri="{FF2B5EF4-FFF2-40B4-BE49-F238E27FC236}">
                <a16:creationId xmlns:a16="http://schemas.microsoft.com/office/drawing/2014/main" id="{8D0CFCCD-ACFF-D600-E594-CA4E449177D7}"/>
              </a:ext>
            </a:extLst>
          </p:cNvPr>
          <p:cNvSpPr txBox="1">
            <a:spLocks noGrp="1"/>
          </p:cNvSpPr>
          <p:nvPr>
            <p:ph type="title"/>
          </p:nvPr>
        </p:nvSpPr>
        <p:spPr>
          <a:xfrm>
            <a:off x="646112" y="452718"/>
            <a:ext cx="2259458" cy="70492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Microsoft JhengHei"/>
                <a:ea typeface="Microsoft JhengHei"/>
                <a:cs typeface="Microsoft JhengHei"/>
                <a:sym typeface="Microsoft JhengHei"/>
              </a:rPr>
              <a:t>菜單</a:t>
            </a:r>
            <a:endParaRPr dirty="0">
              <a:latin typeface="Microsoft JhengHei"/>
              <a:ea typeface="Microsoft JhengHei"/>
              <a:cs typeface="Microsoft JhengHei"/>
              <a:sym typeface="Microsoft JhengHei"/>
            </a:endParaRPr>
          </a:p>
        </p:txBody>
      </p:sp>
      <p:sp>
        <p:nvSpPr>
          <p:cNvPr id="2" name="文字方塊 1">
            <a:extLst>
              <a:ext uri="{FF2B5EF4-FFF2-40B4-BE49-F238E27FC236}">
                <a16:creationId xmlns:a16="http://schemas.microsoft.com/office/drawing/2014/main" id="{534AF417-0863-92C8-D730-1BB5ABBB0368}"/>
              </a:ext>
            </a:extLst>
          </p:cNvPr>
          <p:cNvSpPr txBox="1"/>
          <p:nvPr/>
        </p:nvSpPr>
        <p:spPr>
          <a:xfrm>
            <a:off x="761989" y="1480857"/>
            <a:ext cx="4170229" cy="2769989"/>
          </a:xfrm>
          <a:prstGeom prst="rect">
            <a:avLst/>
          </a:prstGeom>
          <a:noFill/>
        </p:spPr>
        <p:txBody>
          <a:bodyPr wrap="square" rtlCol="0">
            <a:spAutoFit/>
          </a:bodyPr>
          <a:lstStyle/>
          <a:p>
            <a:r>
              <a:rPr lang="zh-TW" altLang="en-US" sz="2000" dirty="0">
                <a:latin typeface="標楷體" panose="03000509000000000000" pitchFamily="65" charset="-120"/>
                <a:ea typeface="標楷體" panose="03000509000000000000" pitchFamily="65" charset="-120"/>
              </a:rPr>
              <a:t>食材：</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白飯 </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海苔    </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魚</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番茄</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小黃瓜</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endParaRPr lang="zh-TW" altLang="en-US" dirty="0">
              <a:latin typeface="標楷體" panose="03000509000000000000" pitchFamily="65" charset="-120"/>
              <a:ea typeface="標楷體" panose="03000509000000000000" pitchFamily="65" charset="-120"/>
            </a:endParaRPr>
          </a:p>
        </p:txBody>
      </p:sp>
      <p:sp>
        <p:nvSpPr>
          <p:cNvPr id="3" name="矩形 2">
            <a:extLst>
              <a:ext uri="{FF2B5EF4-FFF2-40B4-BE49-F238E27FC236}">
                <a16:creationId xmlns:a16="http://schemas.microsoft.com/office/drawing/2014/main" id="{CDF00021-4995-9CB9-F8D9-FEB995EFCC8E}"/>
              </a:ext>
            </a:extLst>
          </p:cNvPr>
          <p:cNvSpPr/>
          <p:nvPr/>
        </p:nvSpPr>
        <p:spPr>
          <a:xfrm>
            <a:off x="761990" y="2447636"/>
            <a:ext cx="955974" cy="126538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6744285-98B8-74CC-F366-EED041592534}"/>
              </a:ext>
            </a:extLst>
          </p:cNvPr>
          <p:cNvSpPr/>
          <p:nvPr/>
        </p:nvSpPr>
        <p:spPr>
          <a:xfrm>
            <a:off x="761990" y="1819564"/>
            <a:ext cx="955974" cy="3232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單箭頭接點 8">
            <a:extLst>
              <a:ext uri="{FF2B5EF4-FFF2-40B4-BE49-F238E27FC236}">
                <a16:creationId xmlns:a16="http://schemas.microsoft.com/office/drawing/2014/main" id="{DA44D0EB-E60B-F307-9A54-D1C4502A6D33}"/>
              </a:ext>
            </a:extLst>
          </p:cNvPr>
          <p:cNvCxnSpPr/>
          <p:nvPr/>
        </p:nvCxnSpPr>
        <p:spPr>
          <a:xfrm>
            <a:off x="1810327" y="2013527"/>
            <a:ext cx="123767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C71A7DEF-9F5A-6113-957D-455DD8EF9C07}"/>
              </a:ext>
            </a:extLst>
          </p:cNvPr>
          <p:cNvSpPr txBox="1"/>
          <p:nvPr/>
        </p:nvSpPr>
        <p:spPr>
          <a:xfrm>
            <a:off x="3048000" y="1828861"/>
            <a:ext cx="955974" cy="369332"/>
          </a:xfrm>
          <a:prstGeom prst="rect">
            <a:avLst/>
          </a:prstGeom>
          <a:noFill/>
        </p:spPr>
        <p:txBody>
          <a:bodyPr wrap="square" rtlCol="0">
            <a:spAutoFit/>
          </a:bodyPr>
          <a:lstStyle/>
          <a:p>
            <a:r>
              <a:rPr lang="en-US" altLang="zh-TW" sz="1800" dirty="0">
                <a:solidFill>
                  <a:srgbClr val="FF0000"/>
                </a:solidFill>
              </a:rPr>
              <a:t>Stove</a:t>
            </a:r>
            <a:endParaRPr lang="zh-TW" altLang="en-US" sz="1800" dirty="0">
              <a:solidFill>
                <a:srgbClr val="FF0000"/>
              </a:solidFill>
            </a:endParaRPr>
          </a:p>
        </p:txBody>
      </p:sp>
      <p:cxnSp>
        <p:nvCxnSpPr>
          <p:cNvPr id="14" name="直線單箭頭接點 13">
            <a:extLst>
              <a:ext uri="{FF2B5EF4-FFF2-40B4-BE49-F238E27FC236}">
                <a16:creationId xmlns:a16="http://schemas.microsoft.com/office/drawing/2014/main" id="{F4B3CAF3-E607-891A-A662-DC79444D9D20}"/>
              </a:ext>
            </a:extLst>
          </p:cNvPr>
          <p:cNvCxnSpPr/>
          <p:nvPr/>
        </p:nvCxnSpPr>
        <p:spPr>
          <a:xfrm>
            <a:off x="1810326" y="3080327"/>
            <a:ext cx="1237673"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08C72C39-9014-65F4-67D3-68BA1BD44977}"/>
              </a:ext>
            </a:extLst>
          </p:cNvPr>
          <p:cNvSpPr txBox="1"/>
          <p:nvPr/>
        </p:nvSpPr>
        <p:spPr>
          <a:xfrm>
            <a:off x="3047999" y="2895661"/>
            <a:ext cx="1634837" cy="369332"/>
          </a:xfrm>
          <a:prstGeom prst="rect">
            <a:avLst/>
          </a:prstGeom>
          <a:noFill/>
        </p:spPr>
        <p:txBody>
          <a:bodyPr wrap="square" rtlCol="0">
            <a:spAutoFit/>
          </a:bodyPr>
          <a:lstStyle/>
          <a:p>
            <a:r>
              <a:rPr lang="en-US" altLang="zh-TW" sz="1800" dirty="0">
                <a:solidFill>
                  <a:srgbClr val="00B050"/>
                </a:solidFill>
              </a:rPr>
              <a:t>Cutting Board</a:t>
            </a:r>
            <a:endParaRPr lang="zh-TW" altLang="en-US" sz="1800" dirty="0">
              <a:solidFill>
                <a:srgbClr val="00B050"/>
              </a:solidFill>
            </a:endParaRPr>
          </a:p>
        </p:txBody>
      </p:sp>
      <p:sp>
        <p:nvSpPr>
          <p:cNvPr id="22" name="文字方塊 21">
            <a:extLst>
              <a:ext uri="{FF2B5EF4-FFF2-40B4-BE49-F238E27FC236}">
                <a16:creationId xmlns:a16="http://schemas.microsoft.com/office/drawing/2014/main" id="{182791C8-4213-BABA-0521-E3F937C0DF4C}"/>
              </a:ext>
            </a:extLst>
          </p:cNvPr>
          <p:cNvSpPr txBox="1"/>
          <p:nvPr/>
        </p:nvSpPr>
        <p:spPr>
          <a:xfrm>
            <a:off x="5731165" y="1480857"/>
            <a:ext cx="4364180" cy="3785652"/>
          </a:xfrm>
          <a:prstGeom prst="rect">
            <a:avLst/>
          </a:prstGeom>
          <a:noFill/>
        </p:spPr>
        <p:txBody>
          <a:bodyPr wrap="square">
            <a:spAutoFit/>
          </a:bodyPr>
          <a:lstStyle/>
          <a:p>
            <a:pPr lvl="2"/>
            <a:r>
              <a:rPr lang="zh-TW" altLang="en-US" sz="2000" dirty="0">
                <a:latin typeface="標楷體" panose="03000509000000000000" pitchFamily="65" charset="-120"/>
                <a:ea typeface="標楷體" panose="03000509000000000000" pitchFamily="65" charset="-120"/>
              </a:rPr>
              <a:t>菜單：</a:t>
            </a:r>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小黃瓜壽司：小黃瓜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白飯</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海苔</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生魚片：魚</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魚肉壽司：魚</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海苔</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白飯</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黃瓜沙拉：小黃瓜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番茄沙拉：番茄</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2000" dirty="0">
              <a:latin typeface="標楷體" panose="03000509000000000000" pitchFamily="65" charset="-120"/>
              <a:ea typeface="標楷體" panose="03000509000000000000" pitchFamily="65" charset="-120"/>
            </a:endParaRPr>
          </a:p>
          <a:p>
            <a:pPr lvl="2"/>
            <a:endParaRPr lang="en-US" altLang="zh-TW" sz="2000" dirty="0">
              <a:latin typeface="標楷體" panose="03000509000000000000" pitchFamily="65" charset="-120"/>
              <a:ea typeface="標楷體" panose="03000509000000000000" pitchFamily="65" charset="-120"/>
            </a:endParaRPr>
          </a:p>
          <a:p>
            <a:pPr lvl="2"/>
            <a:r>
              <a:rPr lang="zh-TW" altLang="en-US" sz="2000" dirty="0">
                <a:latin typeface="標楷體" panose="03000509000000000000" pitchFamily="65" charset="-120"/>
                <a:ea typeface="標楷體" panose="03000509000000000000" pitchFamily="65" charset="-120"/>
              </a:rPr>
              <a:t>蕃茄黃瓜沙拉：番茄</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小黃瓜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高麗菜</a:t>
            </a:r>
            <a:endParaRPr lang="en-US" altLang="zh-TW" sz="14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436517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dirty="0">
                <a:latin typeface="Arial"/>
                <a:ea typeface="Arial"/>
                <a:cs typeface="Arial"/>
                <a:sym typeface="Arial"/>
              </a:rPr>
              <a:t>硬體架構 (含I/O)</a:t>
            </a:r>
            <a:endParaRPr dirty="0">
              <a:latin typeface="Arial"/>
              <a:ea typeface="Arial"/>
              <a:cs typeface="Arial"/>
              <a:sym typeface="Arial"/>
            </a:endParaRPr>
          </a:p>
        </p:txBody>
      </p:sp>
      <p:grpSp>
        <p:nvGrpSpPr>
          <p:cNvPr id="11" name="群組 10">
            <a:extLst>
              <a:ext uri="{FF2B5EF4-FFF2-40B4-BE49-F238E27FC236}">
                <a16:creationId xmlns:a16="http://schemas.microsoft.com/office/drawing/2014/main" id="{0385C927-F7BA-1959-D3A3-F24CAD598094}"/>
              </a:ext>
            </a:extLst>
          </p:cNvPr>
          <p:cNvGrpSpPr/>
          <p:nvPr/>
        </p:nvGrpSpPr>
        <p:grpSpPr>
          <a:xfrm>
            <a:off x="2189017" y="2301887"/>
            <a:ext cx="1450109" cy="1052946"/>
            <a:chOff x="1764145" y="1742412"/>
            <a:chExt cx="1450109" cy="1052946"/>
          </a:xfrm>
        </p:grpSpPr>
        <p:sp>
          <p:nvSpPr>
            <p:cNvPr id="2" name="矩形 1">
              <a:extLst>
                <a:ext uri="{FF2B5EF4-FFF2-40B4-BE49-F238E27FC236}">
                  <a16:creationId xmlns:a16="http://schemas.microsoft.com/office/drawing/2014/main" id="{63CBF4A1-15AC-CA01-4AA5-BF27F786089F}"/>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CF2AA5D4-DAE4-D94A-4BC6-C79C6C4DEE7C}"/>
                </a:ext>
              </a:extLst>
            </p:cNvPr>
            <p:cNvSpPr txBox="1"/>
            <p:nvPr/>
          </p:nvSpPr>
          <p:spPr>
            <a:xfrm>
              <a:off x="1764145" y="1742412"/>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RPI</a:t>
              </a:r>
              <a:endParaRPr lang="zh-TW" altLang="en-US" dirty="0"/>
            </a:p>
          </p:txBody>
        </p:sp>
      </p:grpSp>
      <p:grpSp>
        <p:nvGrpSpPr>
          <p:cNvPr id="10" name="群組 9">
            <a:extLst>
              <a:ext uri="{FF2B5EF4-FFF2-40B4-BE49-F238E27FC236}">
                <a16:creationId xmlns:a16="http://schemas.microsoft.com/office/drawing/2014/main" id="{984B260D-54B3-BD68-81CF-76EC33780700}"/>
              </a:ext>
            </a:extLst>
          </p:cNvPr>
          <p:cNvGrpSpPr/>
          <p:nvPr/>
        </p:nvGrpSpPr>
        <p:grpSpPr>
          <a:xfrm>
            <a:off x="7398325" y="2324303"/>
            <a:ext cx="1450110" cy="1030530"/>
            <a:chOff x="1764144" y="4107468"/>
            <a:chExt cx="1450110" cy="1030530"/>
          </a:xfrm>
        </p:grpSpPr>
        <p:sp>
          <p:nvSpPr>
            <p:cNvPr id="4" name="矩形 3">
              <a:extLst>
                <a:ext uri="{FF2B5EF4-FFF2-40B4-BE49-F238E27FC236}">
                  <a16:creationId xmlns:a16="http://schemas.microsoft.com/office/drawing/2014/main" id="{D0DB48A7-E6B6-6C1B-F4ED-6ED5266AE54E}"/>
                </a:ext>
              </a:extLst>
            </p:cNvPr>
            <p:cNvSpPr/>
            <p:nvPr/>
          </p:nvSpPr>
          <p:spPr>
            <a:xfrm>
              <a:off x="1764145" y="41958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10F33844-6CF8-D4AC-EE9A-E4CB63AC6216}"/>
                </a:ext>
              </a:extLst>
            </p:cNvPr>
            <p:cNvSpPr txBox="1"/>
            <p:nvPr/>
          </p:nvSpPr>
          <p:spPr>
            <a:xfrm>
              <a:off x="1764144" y="4107468"/>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Virtual Machine</a:t>
              </a:r>
              <a:endParaRPr lang="zh-TW" altLang="en-US" dirty="0"/>
            </a:p>
          </p:txBody>
        </p:sp>
      </p:grpSp>
      <p:cxnSp>
        <p:nvCxnSpPr>
          <p:cNvPr id="13" name="直線單箭頭接點 12">
            <a:extLst>
              <a:ext uri="{FF2B5EF4-FFF2-40B4-BE49-F238E27FC236}">
                <a16:creationId xmlns:a16="http://schemas.microsoft.com/office/drawing/2014/main" id="{5ECC47FB-EB6A-BAF5-2F7C-2A74C671A109}"/>
              </a:ext>
            </a:extLst>
          </p:cNvPr>
          <p:cNvCxnSpPr>
            <a:cxnSpLocks/>
          </p:cNvCxnSpPr>
          <p:nvPr/>
        </p:nvCxnSpPr>
        <p:spPr>
          <a:xfrm>
            <a:off x="2914071" y="3354833"/>
            <a:ext cx="0" cy="13187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9D69873D-09E6-F48B-6E28-1B94D656D452}"/>
              </a:ext>
            </a:extLst>
          </p:cNvPr>
          <p:cNvCxnSpPr/>
          <p:nvPr/>
        </p:nvCxnSpPr>
        <p:spPr>
          <a:xfrm>
            <a:off x="3639126" y="2883778"/>
            <a:ext cx="3759199"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0C78FD61-499D-09CF-9B44-BA89891BE12F}"/>
              </a:ext>
            </a:extLst>
          </p:cNvPr>
          <p:cNvSpPr txBox="1"/>
          <p:nvPr/>
        </p:nvSpPr>
        <p:spPr>
          <a:xfrm>
            <a:off x="5056907" y="2909078"/>
            <a:ext cx="923636" cy="369332"/>
          </a:xfrm>
          <a:prstGeom prst="rect">
            <a:avLst/>
          </a:prstGeom>
          <a:noFill/>
        </p:spPr>
        <p:txBody>
          <a:bodyPr wrap="square" rtlCol="0">
            <a:spAutoFit/>
          </a:bodyPr>
          <a:lstStyle/>
          <a:p>
            <a:pPr algn="ctr"/>
            <a:r>
              <a:rPr lang="en-US" altLang="zh-TW" sz="1800" dirty="0"/>
              <a:t>ssh</a:t>
            </a:r>
            <a:endParaRPr lang="zh-TW" altLang="en-US" sz="1800" dirty="0"/>
          </a:p>
        </p:txBody>
      </p:sp>
      <p:grpSp>
        <p:nvGrpSpPr>
          <p:cNvPr id="19" name="群組 18">
            <a:extLst>
              <a:ext uri="{FF2B5EF4-FFF2-40B4-BE49-F238E27FC236}">
                <a16:creationId xmlns:a16="http://schemas.microsoft.com/office/drawing/2014/main" id="{27C013C3-7497-248B-C23B-B1E6CAC2A5F5}"/>
              </a:ext>
            </a:extLst>
          </p:cNvPr>
          <p:cNvGrpSpPr/>
          <p:nvPr/>
        </p:nvGrpSpPr>
        <p:grpSpPr>
          <a:xfrm>
            <a:off x="2189016" y="4673600"/>
            <a:ext cx="1450110" cy="942110"/>
            <a:chOff x="4332469" y="2727088"/>
            <a:chExt cx="1450110" cy="942110"/>
          </a:xfrm>
        </p:grpSpPr>
        <p:sp>
          <p:nvSpPr>
            <p:cNvPr id="20" name="矩形 19">
              <a:extLst>
                <a:ext uri="{FF2B5EF4-FFF2-40B4-BE49-F238E27FC236}">
                  <a16:creationId xmlns:a16="http://schemas.microsoft.com/office/drawing/2014/main" id="{70D84D40-F2AA-20DF-4AA9-BB1E8223B3B1}"/>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93AEFF92-437D-4FA9-98B2-09FC2D93625C}"/>
                </a:ext>
              </a:extLst>
            </p:cNvPr>
            <p:cNvSpPr txBox="1"/>
            <p:nvPr/>
          </p:nvSpPr>
          <p:spPr>
            <a:xfrm>
              <a:off x="4332469" y="2727088"/>
              <a:ext cx="1450109" cy="738664"/>
            </a:xfrm>
            <a:prstGeom prst="rect">
              <a:avLst/>
            </a:prstGeom>
            <a:noFill/>
          </p:spPr>
          <p:txBody>
            <a:bodyPr wrap="square" rtlCol="0">
              <a:spAutoFit/>
            </a:bodyPr>
            <a:lstStyle/>
            <a:p>
              <a:endParaRPr lang="en-US" altLang="zh-TW" dirty="0"/>
            </a:p>
            <a:p>
              <a:pPr algn="ctr"/>
              <a:r>
                <a:rPr lang="en-US" altLang="zh-TW" dirty="0"/>
                <a:t>Terminal</a:t>
              </a:r>
            </a:p>
            <a:p>
              <a:pPr algn="ctr"/>
              <a:r>
                <a:rPr lang="en-US" altLang="zh-TW" dirty="0"/>
                <a:t>(</a:t>
              </a:r>
              <a:r>
                <a:rPr lang="zh-TW" altLang="en-US" dirty="0"/>
                <a:t>顯示廚房情況</a:t>
              </a:r>
              <a:r>
                <a:rPr lang="en-US" altLang="zh-TW" dirty="0"/>
                <a:t>)</a:t>
              </a:r>
            </a:p>
          </p:txBody>
        </p:sp>
      </p:grpSp>
      <p:grpSp>
        <p:nvGrpSpPr>
          <p:cNvPr id="28" name="群組 27">
            <a:extLst>
              <a:ext uri="{FF2B5EF4-FFF2-40B4-BE49-F238E27FC236}">
                <a16:creationId xmlns:a16="http://schemas.microsoft.com/office/drawing/2014/main" id="{96F0E8BF-4B5E-6334-A64A-81337F158C64}"/>
              </a:ext>
            </a:extLst>
          </p:cNvPr>
          <p:cNvGrpSpPr/>
          <p:nvPr/>
        </p:nvGrpSpPr>
        <p:grpSpPr>
          <a:xfrm>
            <a:off x="9755267" y="2372500"/>
            <a:ext cx="1719557" cy="982333"/>
            <a:chOff x="4332470" y="2686865"/>
            <a:chExt cx="1450109" cy="982333"/>
          </a:xfrm>
        </p:grpSpPr>
        <p:sp>
          <p:nvSpPr>
            <p:cNvPr id="29" name="矩形 28">
              <a:extLst>
                <a:ext uri="{FF2B5EF4-FFF2-40B4-BE49-F238E27FC236}">
                  <a16:creationId xmlns:a16="http://schemas.microsoft.com/office/drawing/2014/main" id="{2C7E69DE-FBAB-48A0-A2A8-C8E49816CC25}"/>
                </a:ext>
              </a:extLst>
            </p:cNvPr>
            <p:cNvSpPr/>
            <p:nvPr/>
          </p:nvSpPr>
          <p:spPr>
            <a:xfrm>
              <a:off x="4332470" y="272708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a:extLst>
                <a:ext uri="{FF2B5EF4-FFF2-40B4-BE49-F238E27FC236}">
                  <a16:creationId xmlns:a16="http://schemas.microsoft.com/office/drawing/2014/main" id="{B2B67E43-645A-3ED1-341C-E2A8B0DB37EF}"/>
                </a:ext>
              </a:extLst>
            </p:cNvPr>
            <p:cNvSpPr txBox="1"/>
            <p:nvPr/>
          </p:nvSpPr>
          <p:spPr>
            <a:xfrm>
              <a:off x="4332470" y="2686865"/>
              <a:ext cx="1450109" cy="954107"/>
            </a:xfrm>
            <a:prstGeom prst="rect">
              <a:avLst/>
            </a:prstGeom>
            <a:noFill/>
          </p:spPr>
          <p:txBody>
            <a:bodyPr wrap="square" rtlCol="0">
              <a:spAutoFit/>
            </a:bodyPr>
            <a:lstStyle/>
            <a:p>
              <a:endParaRPr lang="en-US" altLang="zh-TW" dirty="0"/>
            </a:p>
            <a:p>
              <a:pPr algn="ctr"/>
              <a:r>
                <a:rPr lang="en-US" altLang="zh-TW" dirty="0"/>
                <a:t>Terminal</a:t>
              </a:r>
            </a:p>
            <a:p>
              <a:pPr algn="ctr"/>
              <a:r>
                <a:rPr lang="en-US" altLang="zh-TW" dirty="0"/>
                <a:t>(</a:t>
              </a:r>
              <a:r>
                <a:rPr lang="zh-TW" altLang="en-US" dirty="0"/>
                <a:t>顯示訂單分配情況</a:t>
              </a:r>
              <a:r>
                <a:rPr lang="en-US" altLang="zh-TW" dirty="0"/>
                <a:t>)</a:t>
              </a:r>
              <a:endParaRPr lang="zh-TW" altLang="en-US" dirty="0"/>
            </a:p>
          </p:txBody>
        </p:sp>
      </p:grpSp>
      <p:cxnSp>
        <p:nvCxnSpPr>
          <p:cNvPr id="33" name="直線單箭頭接點 32">
            <a:extLst>
              <a:ext uri="{FF2B5EF4-FFF2-40B4-BE49-F238E27FC236}">
                <a16:creationId xmlns:a16="http://schemas.microsoft.com/office/drawing/2014/main" id="{D11D29CF-7F3A-6708-25D9-0F8BBE41CDE9}"/>
              </a:ext>
            </a:extLst>
          </p:cNvPr>
          <p:cNvCxnSpPr>
            <a:cxnSpLocks/>
          </p:cNvCxnSpPr>
          <p:nvPr/>
        </p:nvCxnSpPr>
        <p:spPr>
          <a:xfrm>
            <a:off x="8908467" y="2925306"/>
            <a:ext cx="77124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4250F638-74E5-44D8-9089-8890A9B59BE0}"/>
              </a:ext>
            </a:extLst>
          </p:cNvPr>
          <p:cNvSpPr/>
          <p:nvPr/>
        </p:nvSpPr>
        <p:spPr>
          <a:xfrm>
            <a:off x="1667435" y="1853248"/>
            <a:ext cx="2411506" cy="43234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864DBC40-CD08-4241-850D-60D7D9557F41}"/>
              </a:ext>
            </a:extLst>
          </p:cNvPr>
          <p:cNvSpPr txBox="1"/>
          <p:nvPr/>
        </p:nvSpPr>
        <p:spPr>
          <a:xfrm>
            <a:off x="1828799" y="1490053"/>
            <a:ext cx="2088777" cy="307777"/>
          </a:xfrm>
          <a:prstGeom prst="rect">
            <a:avLst/>
          </a:prstGeom>
          <a:noFill/>
        </p:spPr>
        <p:txBody>
          <a:bodyPr wrap="square" rtlCol="0">
            <a:spAutoFit/>
          </a:bodyPr>
          <a:lstStyle/>
          <a:p>
            <a:pPr algn="ctr"/>
            <a:r>
              <a:rPr lang="en-US" altLang="zh-TW" dirty="0">
                <a:solidFill>
                  <a:srgbClr val="FF0000"/>
                </a:solidFill>
              </a:rPr>
              <a:t>Client </a:t>
            </a:r>
            <a:r>
              <a:rPr lang="zh-TW" altLang="en-US" dirty="0">
                <a:solidFill>
                  <a:srgbClr val="FF0000"/>
                </a:solidFill>
              </a:rPr>
              <a:t>端</a:t>
            </a:r>
          </a:p>
        </p:txBody>
      </p:sp>
      <p:sp>
        <p:nvSpPr>
          <p:cNvPr id="22" name="矩形 21">
            <a:extLst>
              <a:ext uri="{FF2B5EF4-FFF2-40B4-BE49-F238E27FC236}">
                <a16:creationId xmlns:a16="http://schemas.microsoft.com/office/drawing/2014/main" id="{D8A37169-E6EA-42DD-943B-08A28879D744}"/>
              </a:ext>
            </a:extLst>
          </p:cNvPr>
          <p:cNvSpPr/>
          <p:nvPr/>
        </p:nvSpPr>
        <p:spPr>
          <a:xfrm>
            <a:off x="6853789" y="1853248"/>
            <a:ext cx="4764470" cy="19926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a:extLst>
              <a:ext uri="{FF2B5EF4-FFF2-40B4-BE49-F238E27FC236}">
                <a16:creationId xmlns:a16="http://schemas.microsoft.com/office/drawing/2014/main" id="{478C1669-86E5-4AA1-A30A-1651A145FAD7}"/>
              </a:ext>
            </a:extLst>
          </p:cNvPr>
          <p:cNvSpPr txBox="1"/>
          <p:nvPr/>
        </p:nvSpPr>
        <p:spPr>
          <a:xfrm>
            <a:off x="8249699" y="1457452"/>
            <a:ext cx="2088777" cy="307777"/>
          </a:xfrm>
          <a:prstGeom prst="rect">
            <a:avLst/>
          </a:prstGeom>
          <a:noFill/>
        </p:spPr>
        <p:txBody>
          <a:bodyPr wrap="square" rtlCol="0">
            <a:spAutoFit/>
          </a:bodyPr>
          <a:lstStyle/>
          <a:p>
            <a:pPr algn="ctr"/>
            <a:r>
              <a:rPr lang="en-US" altLang="zh-TW" dirty="0">
                <a:solidFill>
                  <a:srgbClr val="FF0000"/>
                </a:solidFill>
              </a:rPr>
              <a:t>Server </a:t>
            </a:r>
            <a:r>
              <a:rPr lang="zh-TW" altLang="en-US" dirty="0">
                <a:solidFill>
                  <a:srgbClr val="FF0000"/>
                </a:solidFill>
              </a:rPr>
              <a:t>端</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4"/>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err="1">
                <a:latin typeface="Microsoft JhengHei"/>
                <a:ea typeface="Microsoft JhengHei"/>
                <a:cs typeface="Microsoft JhengHei"/>
                <a:sym typeface="Microsoft JhengHei"/>
              </a:rPr>
              <a:t>order_receive</a:t>
            </a:r>
            <a:endParaRPr dirty="0">
              <a:latin typeface="Microsoft JhengHei"/>
              <a:ea typeface="Microsoft JhengHei"/>
              <a:cs typeface="Microsoft JhengHei"/>
              <a:sym typeface="Microsoft JhengHei"/>
            </a:endParaRPr>
          </a:p>
        </p:txBody>
      </p:sp>
      <p:grpSp>
        <p:nvGrpSpPr>
          <p:cNvPr id="3" name="群組 2">
            <a:extLst>
              <a:ext uri="{FF2B5EF4-FFF2-40B4-BE49-F238E27FC236}">
                <a16:creationId xmlns:a16="http://schemas.microsoft.com/office/drawing/2014/main" id="{38AF22A2-97AC-A42A-0ACC-EEBE64833A57}"/>
              </a:ext>
            </a:extLst>
          </p:cNvPr>
          <p:cNvGrpSpPr/>
          <p:nvPr/>
        </p:nvGrpSpPr>
        <p:grpSpPr>
          <a:xfrm>
            <a:off x="646111" y="2327577"/>
            <a:ext cx="1450109" cy="1052946"/>
            <a:chOff x="1764145" y="1742412"/>
            <a:chExt cx="1450109" cy="1052946"/>
          </a:xfrm>
        </p:grpSpPr>
        <p:sp>
          <p:nvSpPr>
            <p:cNvPr id="4" name="矩形 3">
              <a:extLst>
                <a:ext uri="{FF2B5EF4-FFF2-40B4-BE49-F238E27FC236}">
                  <a16:creationId xmlns:a16="http://schemas.microsoft.com/office/drawing/2014/main" id="{05FA07C9-B096-9E16-B060-C785D69C4FBF}"/>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258279B8-BB75-FB6C-58F2-44C83BE21E64}"/>
                </a:ext>
              </a:extLst>
            </p:cNvPr>
            <p:cNvSpPr txBox="1"/>
            <p:nvPr/>
          </p:nvSpPr>
          <p:spPr>
            <a:xfrm>
              <a:off x="1764145" y="1742412"/>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Start</a:t>
              </a:r>
              <a:endParaRPr lang="zh-TW" altLang="en-US" dirty="0"/>
            </a:p>
          </p:txBody>
        </p:sp>
      </p:grpSp>
      <p:grpSp>
        <p:nvGrpSpPr>
          <p:cNvPr id="6" name="群組 5">
            <a:extLst>
              <a:ext uri="{FF2B5EF4-FFF2-40B4-BE49-F238E27FC236}">
                <a16:creationId xmlns:a16="http://schemas.microsoft.com/office/drawing/2014/main" id="{6568E2EF-988D-6ECA-BE33-4BF35119CA83}"/>
              </a:ext>
            </a:extLst>
          </p:cNvPr>
          <p:cNvGrpSpPr/>
          <p:nvPr/>
        </p:nvGrpSpPr>
        <p:grpSpPr>
          <a:xfrm>
            <a:off x="10290164" y="2366831"/>
            <a:ext cx="1450109" cy="1052946"/>
            <a:chOff x="1764145" y="1742412"/>
            <a:chExt cx="1450109" cy="1052946"/>
          </a:xfrm>
        </p:grpSpPr>
        <p:sp>
          <p:nvSpPr>
            <p:cNvPr id="7" name="矩形 6">
              <a:extLst>
                <a:ext uri="{FF2B5EF4-FFF2-40B4-BE49-F238E27FC236}">
                  <a16:creationId xmlns:a16="http://schemas.microsoft.com/office/drawing/2014/main" id="{18A3D110-E1B0-428A-5A22-7549B4962D55}"/>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F17123FB-7C5D-64F9-6059-2A76D76A25E0}"/>
                </a:ext>
              </a:extLst>
            </p:cNvPr>
            <p:cNvSpPr txBox="1"/>
            <p:nvPr/>
          </p:nvSpPr>
          <p:spPr>
            <a:xfrm>
              <a:off x="1764145" y="1742412"/>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Wait</a:t>
              </a:r>
              <a:endParaRPr lang="zh-TW" altLang="en-US" dirty="0"/>
            </a:p>
          </p:txBody>
        </p:sp>
      </p:grpSp>
      <p:grpSp>
        <p:nvGrpSpPr>
          <p:cNvPr id="9" name="群組 8">
            <a:extLst>
              <a:ext uri="{FF2B5EF4-FFF2-40B4-BE49-F238E27FC236}">
                <a16:creationId xmlns:a16="http://schemas.microsoft.com/office/drawing/2014/main" id="{0AE0F27D-5EE9-FE27-2D7E-63972B8E69DB}"/>
              </a:ext>
            </a:extLst>
          </p:cNvPr>
          <p:cNvGrpSpPr/>
          <p:nvPr/>
        </p:nvGrpSpPr>
        <p:grpSpPr>
          <a:xfrm>
            <a:off x="7867499" y="2291145"/>
            <a:ext cx="1487054" cy="1121414"/>
            <a:chOff x="1764145" y="1673944"/>
            <a:chExt cx="1487054" cy="1121414"/>
          </a:xfrm>
        </p:grpSpPr>
        <p:sp>
          <p:nvSpPr>
            <p:cNvPr id="10" name="矩形 9">
              <a:extLst>
                <a:ext uri="{FF2B5EF4-FFF2-40B4-BE49-F238E27FC236}">
                  <a16:creationId xmlns:a16="http://schemas.microsoft.com/office/drawing/2014/main" id="{D5E356D2-B84C-BCD1-3C05-87BE60A0B63A}"/>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28960406-C3BD-541E-E135-2357997E811C}"/>
                </a:ext>
              </a:extLst>
            </p:cNvPr>
            <p:cNvSpPr txBox="1"/>
            <p:nvPr/>
          </p:nvSpPr>
          <p:spPr>
            <a:xfrm>
              <a:off x="1801090" y="1673944"/>
              <a:ext cx="1450109" cy="954107"/>
            </a:xfrm>
            <a:prstGeom prst="rect">
              <a:avLst/>
            </a:prstGeom>
            <a:noFill/>
          </p:spPr>
          <p:txBody>
            <a:bodyPr wrap="square" rtlCol="0">
              <a:spAutoFit/>
            </a:bodyPr>
            <a:lstStyle/>
            <a:p>
              <a:endParaRPr lang="en-US" altLang="zh-TW" dirty="0"/>
            </a:p>
            <a:p>
              <a:endParaRPr lang="en-US" altLang="zh-TW" dirty="0"/>
            </a:p>
            <a:p>
              <a:pPr algn="ctr"/>
              <a:r>
                <a:rPr lang="en-US" altLang="zh-TW" dirty="0"/>
                <a:t>Add Order to Queue</a:t>
              </a:r>
              <a:endParaRPr lang="zh-TW" altLang="en-US" dirty="0"/>
            </a:p>
          </p:txBody>
        </p:sp>
      </p:grpSp>
      <p:grpSp>
        <p:nvGrpSpPr>
          <p:cNvPr id="15" name="群組 14">
            <a:extLst>
              <a:ext uri="{FF2B5EF4-FFF2-40B4-BE49-F238E27FC236}">
                <a16:creationId xmlns:a16="http://schemas.microsoft.com/office/drawing/2014/main" id="{413FA9C5-30A4-FC1F-9591-7CA15E664233}"/>
              </a:ext>
            </a:extLst>
          </p:cNvPr>
          <p:cNvGrpSpPr/>
          <p:nvPr/>
        </p:nvGrpSpPr>
        <p:grpSpPr>
          <a:xfrm>
            <a:off x="3045472" y="2220132"/>
            <a:ext cx="1450109" cy="1144227"/>
            <a:chOff x="1764145" y="1651131"/>
            <a:chExt cx="1450109" cy="1144227"/>
          </a:xfrm>
        </p:grpSpPr>
        <p:sp>
          <p:nvSpPr>
            <p:cNvPr id="16" name="矩形 15">
              <a:extLst>
                <a:ext uri="{FF2B5EF4-FFF2-40B4-BE49-F238E27FC236}">
                  <a16:creationId xmlns:a16="http://schemas.microsoft.com/office/drawing/2014/main" id="{CB0F706D-3409-3248-7330-3E9C70B00706}"/>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8936BDCF-DD0D-BAB0-A213-50F7686CEA70}"/>
                </a:ext>
              </a:extLst>
            </p:cNvPr>
            <p:cNvSpPr txBox="1"/>
            <p:nvPr/>
          </p:nvSpPr>
          <p:spPr>
            <a:xfrm>
              <a:off x="1764145" y="1651131"/>
              <a:ext cx="1450109" cy="954107"/>
            </a:xfrm>
            <a:prstGeom prst="rect">
              <a:avLst/>
            </a:prstGeom>
            <a:noFill/>
          </p:spPr>
          <p:txBody>
            <a:bodyPr wrap="square" rtlCol="0">
              <a:spAutoFit/>
            </a:bodyPr>
            <a:lstStyle/>
            <a:p>
              <a:endParaRPr lang="en-US" altLang="zh-TW" dirty="0"/>
            </a:p>
            <a:p>
              <a:endParaRPr lang="en-US" altLang="zh-TW" dirty="0"/>
            </a:p>
            <a:p>
              <a:pPr algn="ctr"/>
              <a:r>
                <a:rPr lang="en-US" altLang="zh-TW" dirty="0"/>
                <a:t>Initialize Order Input</a:t>
              </a:r>
              <a:endParaRPr lang="zh-TW" altLang="en-US" dirty="0"/>
            </a:p>
          </p:txBody>
        </p:sp>
      </p:grpSp>
      <p:grpSp>
        <p:nvGrpSpPr>
          <p:cNvPr id="22" name="群組 21">
            <a:extLst>
              <a:ext uri="{FF2B5EF4-FFF2-40B4-BE49-F238E27FC236}">
                <a16:creationId xmlns:a16="http://schemas.microsoft.com/office/drawing/2014/main" id="{3C3BBB6C-5A46-7C28-9FB6-1229FF22F94B}"/>
              </a:ext>
            </a:extLst>
          </p:cNvPr>
          <p:cNvGrpSpPr/>
          <p:nvPr/>
        </p:nvGrpSpPr>
        <p:grpSpPr>
          <a:xfrm>
            <a:off x="5463306" y="2291145"/>
            <a:ext cx="1468582" cy="1247706"/>
            <a:chOff x="5412505" y="4184072"/>
            <a:chExt cx="1468582" cy="1247706"/>
          </a:xfrm>
        </p:grpSpPr>
        <p:sp>
          <p:nvSpPr>
            <p:cNvPr id="20" name="菱形 19">
              <a:extLst>
                <a:ext uri="{FF2B5EF4-FFF2-40B4-BE49-F238E27FC236}">
                  <a16:creationId xmlns:a16="http://schemas.microsoft.com/office/drawing/2014/main" id="{D519C7C5-6E7C-7ED5-C98F-01DF26A60BC7}"/>
                </a:ext>
              </a:extLst>
            </p:cNvPr>
            <p:cNvSpPr/>
            <p:nvPr/>
          </p:nvSpPr>
          <p:spPr>
            <a:xfrm>
              <a:off x="5412505" y="4184072"/>
              <a:ext cx="1468582" cy="1247706"/>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6BE8AA3B-F1C1-751F-D5FA-87AC1C1BDF54}"/>
                </a:ext>
              </a:extLst>
            </p:cNvPr>
            <p:cNvSpPr txBox="1"/>
            <p:nvPr/>
          </p:nvSpPr>
          <p:spPr>
            <a:xfrm>
              <a:off x="5430978" y="4230621"/>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NEW Order?</a:t>
              </a:r>
              <a:endParaRPr lang="zh-TW" altLang="en-US" dirty="0"/>
            </a:p>
          </p:txBody>
        </p:sp>
      </p:grpSp>
      <p:cxnSp>
        <p:nvCxnSpPr>
          <p:cNvPr id="24" name="直線單箭頭接點 23">
            <a:extLst>
              <a:ext uri="{FF2B5EF4-FFF2-40B4-BE49-F238E27FC236}">
                <a16:creationId xmlns:a16="http://schemas.microsoft.com/office/drawing/2014/main" id="{6F769FA2-5ADC-55E6-FA8D-66F7C49F01BD}"/>
              </a:ext>
            </a:extLst>
          </p:cNvPr>
          <p:cNvCxnSpPr/>
          <p:nvPr/>
        </p:nvCxnSpPr>
        <p:spPr>
          <a:xfrm>
            <a:off x="2096220" y="2893304"/>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309B6204-C274-B9C5-9B4B-383149696F92}"/>
              </a:ext>
            </a:extLst>
          </p:cNvPr>
          <p:cNvCxnSpPr/>
          <p:nvPr/>
        </p:nvCxnSpPr>
        <p:spPr>
          <a:xfrm>
            <a:off x="6931888" y="2909468"/>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643C37AF-76B2-8D0E-B70C-5BBE8CCE8E5E}"/>
              </a:ext>
            </a:extLst>
          </p:cNvPr>
          <p:cNvCxnSpPr/>
          <p:nvPr/>
        </p:nvCxnSpPr>
        <p:spPr>
          <a:xfrm>
            <a:off x="4514054" y="2909468"/>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BEAB6A18-1585-1BE7-37BA-EC2420706A03}"/>
              </a:ext>
            </a:extLst>
          </p:cNvPr>
          <p:cNvCxnSpPr/>
          <p:nvPr/>
        </p:nvCxnSpPr>
        <p:spPr>
          <a:xfrm>
            <a:off x="9317608" y="2936899"/>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接點: 肘形 28">
            <a:extLst>
              <a:ext uri="{FF2B5EF4-FFF2-40B4-BE49-F238E27FC236}">
                <a16:creationId xmlns:a16="http://schemas.microsoft.com/office/drawing/2014/main" id="{72EF6941-C806-19CB-C269-6757822EE7B0}"/>
              </a:ext>
            </a:extLst>
          </p:cNvPr>
          <p:cNvCxnSpPr>
            <a:cxnSpLocks/>
            <a:stCxn id="7" idx="2"/>
            <a:endCxn id="20" idx="2"/>
          </p:cNvCxnSpPr>
          <p:nvPr/>
        </p:nvCxnSpPr>
        <p:spPr>
          <a:xfrm rot="5400000">
            <a:off x="8546871" y="1070503"/>
            <a:ext cx="119074" cy="4817622"/>
          </a:xfrm>
          <a:prstGeom prst="bentConnector3">
            <a:avLst>
              <a:gd name="adj1" fmla="val 1525316"/>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接點: 肘形 32">
            <a:extLst>
              <a:ext uri="{FF2B5EF4-FFF2-40B4-BE49-F238E27FC236}">
                <a16:creationId xmlns:a16="http://schemas.microsoft.com/office/drawing/2014/main" id="{D4FF280D-4358-E161-B548-8BFD1FD87ED7}"/>
              </a:ext>
            </a:extLst>
          </p:cNvPr>
          <p:cNvCxnSpPr>
            <a:cxnSpLocks/>
            <a:stCxn id="20" idx="0"/>
            <a:endCxn id="8" idx="0"/>
          </p:cNvCxnSpPr>
          <p:nvPr/>
        </p:nvCxnSpPr>
        <p:spPr>
          <a:xfrm rot="16200000" flipH="1">
            <a:off x="8568565" y="-79823"/>
            <a:ext cx="75686" cy="4817622"/>
          </a:xfrm>
          <a:prstGeom prst="bentConnector3">
            <a:avLst>
              <a:gd name="adj1" fmla="val -199832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字方塊 43">
            <a:extLst>
              <a:ext uri="{FF2B5EF4-FFF2-40B4-BE49-F238E27FC236}">
                <a16:creationId xmlns:a16="http://schemas.microsoft.com/office/drawing/2014/main" id="{9AD3480C-E11E-D20F-33C0-5A8C48F47710}"/>
              </a:ext>
            </a:extLst>
          </p:cNvPr>
          <p:cNvSpPr txBox="1"/>
          <p:nvPr/>
        </p:nvSpPr>
        <p:spPr>
          <a:xfrm>
            <a:off x="6988249" y="2477667"/>
            <a:ext cx="773972" cy="400110"/>
          </a:xfrm>
          <a:prstGeom prst="rect">
            <a:avLst/>
          </a:prstGeom>
          <a:noFill/>
        </p:spPr>
        <p:txBody>
          <a:bodyPr wrap="square" rtlCol="0">
            <a:spAutoFit/>
          </a:bodyPr>
          <a:lstStyle/>
          <a:p>
            <a:r>
              <a:rPr lang="en-US" altLang="zh-TW" sz="2000" dirty="0"/>
              <a:t>Yes</a:t>
            </a:r>
            <a:endParaRPr lang="zh-TW" altLang="en-US" sz="2000" dirty="0"/>
          </a:p>
        </p:txBody>
      </p:sp>
      <p:sp>
        <p:nvSpPr>
          <p:cNvPr id="45" name="文字方塊 44">
            <a:extLst>
              <a:ext uri="{FF2B5EF4-FFF2-40B4-BE49-F238E27FC236}">
                <a16:creationId xmlns:a16="http://schemas.microsoft.com/office/drawing/2014/main" id="{5A930A65-B7D3-F543-6190-F17D83372526}"/>
              </a:ext>
            </a:extLst>
          </p:cNvPr>
          <p:cNvSpPr txBox="1"/>
          <p:nvPr/>
        </p:nvSpPr>
        <p:spPr>
          <a:xfrm>
            <a:off x="6206833" y="1674763"/>
            <a:ext cx="591131" cy="400110"/>
          </a:xfrm>
          <a:prstGeom prst="rect">
            <a:avLst/>
          </a:prstGeom>
          <a:noFill/>
        </p:spPr>
        <p:txBody>
          <a:bodyPr wrap="square" rtlCol="0">
            <a:spAutoFit/>
          </a:bodyPr>
          <a:lstStyle/>
          <a:p>
            <a:r>
              <a:rPr lang="en-US" altLang="zh-TW" sz="2000" dirty="0"/>
              <a:t>No</a:t>
            </a:r>
            <a:endParaRPr lang="zh-TW"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AD8BEBBE-CD6A-ABD9-16C9-2E5A234A2903}"/>
            </a:ext>
          </a:extLst>
        </p:cNvPr>
        <p:cNvGrpSpPr/>
        <p:nvPr/>
      </p:nvGrpSpPr>
      <p:grpSpPr>
        <a:xfrm>
          <a:off x="0" y="0"/>
          <a:ext cx="0" cy="0"/>
          <a:chOff x="0" y="0"/>
          <a:chExt cx="0" cy="0"/>
        </a:xfrm>
      </p:grpSpPr>
      <p:sp>
        <p:nvSpPr>
          <p:cNvPr id="88" name="Google Shape;88;p4">
            <a:extLst>
              <a:ext uri="{FF2B5EF4-FFF2-40B4-BE49-F238E27FC236}">
                <a16:creationId xmlns:a16="http://schemas.microsoft.com/office/drawing/2014/main" id="{44F02C9E-9C48-F22E-8AAA-89069E453CDF}"/>
              </a:ext>
            </a:extLst>
          </p:cNvPr>
          <p:cNvSpPr txBox="1">
            <a:spLocks noGrp="1"/>
          </p:cNvSpPr>
          <p:nvPr>
            <p:ph type="title"/>
          </p:nvPr>
        </p:nvSpPr>
        <p:spPr>
          <a:xfrm>
            <a:off x="862137" y="562893"/>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a:latin typeface="Microsoft JhengHei"/>
                <a:ea typeface="Microsoft JhengHei"/>
                <a:cs typeface="Microsoft JhengHei"/>
                <a:sym typeface="Microsoft JhengHei"/>
              </a:rPr>
              <a:t>kitchen</a:t>
            </a:r>
            <a:endParaRPr dirty="0">
              <a:latin typeface="Microsoft JhengHei"/>
              <a:ea typeface="Microsoft JhengHei"/>
              <a:cs typeface="Microsoft JhengHei"/>
              <a:sym typeface="Microsoft JhengHei"/>
            </a:endParaRPr>
          </a:p>
        </p:txBody>
      </p:sp>
      <p:sp>
        <p:nvSpPr>
          <p:cNvPr id="4" name="矩形 3">
            <a:extLst>
              <a:ext uri="{FF2B5EF4-FFF2-40B4-BE49-F238E27FC236}">
                <a16:creationId xmlns:a16="http://schemas.microsoft.com/office/drawing/2014/main" id="{40606873-796D-CAE1-4CA7-E95E47463085}"/>
              </a:ext>
            </a:extLst>
          </p:cNvPr>
          <p:cNvSpPr/>
          <p:nvPr/>
        </p:nvSpPr>
        <p:spPr>
          <a:xfrm>
            <a:off x="646111" y="2438413"/>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8">
            <a:extLst>
              <a:ext uri="{FF2B5EF4-FFF2-40B4-BE49-F238E27FC236}">
                <a16:creationId xmlns:a16="http://schemas.microsoft.com/office/drawing/2014/main" id="{3EA6D11F-D620-0099-61C4-54EEFCE41495}"/>
              </a:ext>
            </a:extLst>
          </p:cNvPr>
          <p:cNvGrpSpPr/>
          <p:nvPr/>
        </p:nvGrpSpPr>
        <p:grpSpPr>
          <a:xfrm>
            <a:off x="7239138" y="3455433"/>
            <a:ext cx="1458706" cy="1049003"/>
            <a:chOff x="1755548" y="1746355"/>
            <a:chExt cx="1458706" cy="1049003"/>
          </a:xfrm>
        </p:grpSpPr>
        <p:sp>
          <p:nvSpPr>
            <p:cNvPr id="10" name="矩形 9">
              <a:extLst>
                <a:ext uri="{FF2B5EF4-FFF2-40B4-BE49-F238E27FC236}">
                  <a16:creationId xmlns:a16="http://schemas.microsoft.com/office/drawing/2014/main" id="{7AA57A77-9276-5B56-64A0-3BD24D410C37}"/>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967F24C3-CF6C-30C8-F662-E738A97B767A}"/>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15" name="群組 14">
            <a:extLst>
              <a:ext uri="{FF2B5EF4-FFF2-40B4-BE49-F238E27FC236}">
                <a16:creationId xmlns:a16="http://schemas.microsoft.com/office/drawing/2014/main" id="{C352AD7F-88E2-EA8A-045C-D8E3E78BF47F}"/>
              </a:ext>
            </a:extLst>
          </p:cNvPr>
          <p:cNvGrpSpPr/>
          <p:nvPr/>
        </p:nvGrpSpPr>
        <p:grpSpPr>
          <a:xfrm>
            <a:off x="634459" y="2328988"/>
            <a:ext cx="3861122" cy="1035371"/>
            <a:chOff x="-646868" y="1759987"/>
            <a:chExt cx="3861122" cy="1035371"/>
          </a:xfrm>
        </p:grpSpPr>
        <p:sp>
          <p:nvSpPr>
            <p:cNvPr id="16" name="矩形 15">
              <a:extLst>
                <a:ext uri="{FF2B5EF4-FFF2-40B4-BE49-F238E27FC236}">
                  <a16:creationId xmlns:a16="http://schemas.microsoft.com/office/drawing/2014/main" id="{927F6875-55FE-C0F1-99DC-1064124D0ABC}"/>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36026596-3178-984E-0DBD-A90ED5F96106}"/>
                </a:ext>
              </a:extLst>
            </p:cNvPr>
            <p:cNvSpPr txBox="1"/>
            <p:nvPr/>
          </p:nvSpPr>
          <p:spPr>
            <a:xfrm>
              <a:off x="-646868" y="1759987"/>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Get order</a:t>
              </a:r>
              <a:endParaRPr lang="zh-TW" altLang="en-US" dirty="0"/>
            </a:p>
          </p:txBody>
        </p:sp>
      </p:grpSp>
      <p:cxnSp>
        <p:nvCxnSpPr>
          <p:cNvPr id="24" name="直線單箭頭接點 23">
            <a:extLst>
              <a:ext uri="{FF2B5EF4-FFF2-40B4-BE49-F238E27FC236}">
                <a16:creationId xmlns:a16="http://schemas.microsoft.com/office/drawing/2014/main" id="{DE916C79-EBBF-E06C-DF63-DCDD07AB1F93}"/>
              </a:ext>
            </a:extLst>
          </p:cNvPr>
          <p:cNvCxnSpPr/>
          <p:nvPr/>
        </p:nvCxnSpPr>
        <p:spPr>
          <a:xfrm>
            <a:off x="2096220" y="2893304"/>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738C71FE-7B28-B669-6EF1-C7EFBA510FC9}"/>
              </a:ext>
            </a:extLst>
          </p:cNvPr>
          <p:cNvCxnSpPr/>
          <p:nvPr/>
        </p:nvCxnSpPr>
        <p:spPr>
          <a:xfrm>
            <a:off x="4514054" y="2909468"/>
            <a:ext cx="9492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文字方塊 1">
            <a:extLst>
              <a:ext uri="{FF2B5EF4-FFF2-40B4-BE49-F238E27FC236}">
                <a16:creationId xmlns:a16="http://schemas.microsoft.com/office/drawing/2014/main" id="{6CF36499-5C34-102E-8896-DD514F70C176}"/>
              </a:ext>
            </a:extLst>
          </p:cNvPr>
          <p:cNvSpPr txBox="1"/>
          <p:nvPr/>
        </p:nvSpPr>
        <p:spPr>
          <a:xfrm>
            <a:off x="3040641" y="229114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Kitchen</a:t>
            </a:r>
            <a:endParaRPr lang="zh-TW" altLang="en-US" dirty="0"/>
          </a:p>
        </p:txBody>
      </p:sp>
      <p:cxnSp>
        <p:nvCxnSpPr>
          <p:cNvPr id="28" name="接點: 肘形 27">
            <a:extLst>
              <a:ext uri="{FF2B5EF4-FFF2-40B4-BE49-F238E27FC236}">
                <a16:creationId xmlns:a16="http://schemas.microsoft.com/office/drawing/2014/main" id="{D85F39BF-7D15-8EC7-9DAC-7D363848A268}"/>
              </a:ext>
            </a:extLst>
          </p:cNvPr>
          <p:cNvCxnSpPr>
            <a:cxnSpLocks/>
            <a:endCxn id="57" idx="2"/>
          </p:cNvCxnSpPr>
          <p:nvPr/>
        </p:nvCxnSpPr>
        <p:spPr>
          <a:xfrm rot="10800000">
            <a:off x="6458634" y="3626727"/>
            <a:ext cx="778911" cy="536957"/>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4" name="群組 33">
            <a:extLst>
              <a:ext uri="{FF2B5EF4-FFF2-40B4-BE49-F238E27FC236}">
                <a16:creationId xmlns:a16="http://schemas.microsoft.com/office/drawing/2014/main" id="{A0FA20E7-C530-A762-187F-6AF8BE054000}"/>
              </a:ext>
            </a:extLst>
          </p:cNvPr>
          <p:cNvGrpSpPr/>
          <p:nvPr/>
        </p:nvGrpSpPr>
        <p:grpSpPr>
          <a:xfrm>
            <a:off x="7380131" y="3626726"/>
            <a:ext cx="1458706" cy="1049003"/>
            <a:chOff x="1755548" y="1746355"/>
            <a:chExt cx="1458706" cy="1049003"/>
          </a:xfrm>
        </p:grpSpPr>
        <p:sp>
          <p:nvSpPr>
            <p:cNvPr id="35" name="矩形 34">
              <a:extLst>
                <a:ext uri="{FF2B5EF4-FFF2-40B4-BE49-F238E27FC236}">
                  <a16:creationId xmlns:a16="http://schemas.microsoft.com/office/drawing/2014/main" id="{629C72DA-5D03-7F16-9702-5919320DB1B4}"/>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文字方塊 35">
              <a:extLst>
                <a:ext uri="{FF2B5EF4-FFF2-40B4-BE49-F238E27FC236}">
                  <a16:creationId xmlns:a16="http://schemas.microsoft.com/office/drawing/2014/main" id="{C44C67CB-07AD-D715-8B6B-0656E495EAFD}"/>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37" name="群組 36">
            <a:extLst>
              <a:ext uri="{FF2B5EF4-FFF2-40B4-BE49-F238E27FC236}">
                <a16:creationId xmlns:a16="http://schemas.microsoft.com/office/drawing/2014/main" id="{7B42FC2C-FEA7-CB6D-A3C7-B5C4976DDFFF}"/>
              </a:ext>
            </a:extLst>
          </p:cNvPr>
          <p:cNvGrpSpPr/>
          <p:nvPr/>
        </p:nvGrpSpPr>
        <p:grpSpPr>
          <a:xfrm>
            <a:off x="7591737" y="3824765"/>
            <a:ext cx="1460300" cy="1019538"/>
            <a:chOff x="1764145" y="1775820"/>
            <a:chExt cx="1460300" cy="1019538"/>
          </a:xfrm>
        </p:grpSpPr>
        <p:sp>
          <p:nvSpPr>
            <p:cNvPr id="38" name="矩形 37">
              <a:extLst>
                <a:ext uri="{FF2B5EF4-FFF2-40B4-BE49-F238E27FC236}">
                  <a16:creationId xmlns:a16="http://schemas.microsoft.com/office/drawing/2014/main" id="{839D22D7-DB16-3453-1A27-DB1290E6A7A6}"/>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文字方塊 38">
              <a:extLst>
                <a:ext uri="{FF2B5EF4-FFF2-40B4-BE49-F238E27FC236}">
                  <a16:creationId xmlns:a16="http://schemas.microsoft.com/office/drawing/2014/main" id="{4799D493-A056-CC17-3026-57FB000E3507}"/>
                </a:ext>
              </a:extLst>
            </p:cNvPr>
            <p:cNvSpPr txBox="1"/>
            <p:nvPr/>
          </p:nvSpPr>
          <p:spPr>
            <a:xfrm>
              <a:off x="1774336" y="1775820"/>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cxnSp>
        <p:nvCxnSpPr>
          <p:cNvPr id="43" name="直線單箭頭接點 42">
            <a:extLst>
              <a:ext uri="{FF2B5EF4-FFF2-40B4-BE49-F238E27FC236}">
                <a16:creationId xmlns:a16="http://schemas.microsoft.com/office/drawing/2014/main" id="{8FD35EFE-5BD1-894F-5950-AF9DA58F3011}"/>
              </a:ext>
            </a:extLst>
          </p:cNvPr>
          <p:cNvCxnSpPr>
            <a:cxnSpLocks/>
          </p:cNvCxnSpPr>
          <p:nvPr/>
        </p:nvCxnSpPr>
        <p:spPr>
          <a:xfrm flipV="1">
            <a:off x="9060634" y="4361257"/>
            <a:ext cx="1062634" cy="110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 name="群組 45">
            <a:extLst>
              <a:ext uri="{FF2B5EF4-FFF2-40B4-BE49-F238E27FC236}">
                <a16:creationId xmlns:a16="http://schemas.microsoft.com/office/drawing/2014/main" id="{154E2CF7-E246-A998-D225-D40382D049F1}"/>
              </a:ext>
            </a:extLst>
          </p:cNvPr>
          <p:cNvGrpSpPr/>
          <p:nvPr/>
        </p:nvGrpSpPr>
        <p:grpSpPr>
          <a:xfrm>
            <a:off x="10131865" y="3794351"/>
            <a:ext cx="1458706" cy="1049003"/>
            <a:chOff x="1755548" y="1746355"/>
            <a:chExt cx="1458706" cy="1049003"/>
          </a:xfrm>
        </p:grpSpPr>
        <p:sp>
          <p:nvSpPr>
            <p:cNvPr id="47" name="矩形 46">
              <a:extLst>
                <a:ext uri="{FF2B5EF4-FFF2-40B4-BE49-F238E27FC236}">
                  <a16:creationId xmlns:a16="http://schemas.microsoft.com/office/drawing/2014/main" id="{C691D302-FAA3-FAE6-1AE8-9948F6EB0734}"/>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文字方塊 47">
              <a:extLst>
                <a:ext uri="{FF2B5EF4-FFF2-40B4-BE49-F238E27FC236}">
                  <a16:creationId xmlns:a16="http://schemas.microsoft.com/office/drawing/2014/main" id="{195E4523-8B7B-83CF-D537-9CD689B3A69D}"/>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Finish Order</a:t>
              </a:r>
              <a:endParaRPr lang="zh-TW" altLang="en-US" dirty="0"/>
            </a:p>
          </p:txBody>
        </p:sp>
      </p:grpSp>
      <p:sp>
        <p:nvSpPr>
          <p:cNvPr id="49" name="文字方塊 48">
            <a:extLst>
              <a:ext uri="{FF2B5EF4-FFF2-40B4-BE49-F238E27FC236}">
                <a16:creationId xmlns:a16="http://schemas.microsoft.com/office/drawing/2014/main" id="{BCD2ECF5-1588-BCAA-0D0F-47F9386A3BBE}"/>
              </a:ext>
            </a:extLst>
          </p:cNvPr>
          <p:cNvSpPr txBox="1"/>
          <p:nvPr/>
        </p:nvSpPr>
        <p:spPr>
          <a:xfrm>
            <a:off x="6160047" y="4118546"/>
            <a:ext cx="910102" cy="307777"/>
          </a:xfrm>
          <a:prstGeom prst="rect">
            <a:avLst/>
          </a:prstGeom>
          <a:noFill/>
        </p:spPr>
        <p:txBody>
          <a:bodyPr wrap="square" rtlCol="0">
            <a:spAutoFit/>
          </a:bodyPr>
          <a:lstStyle/>
          <a:p>
            <a:r>
              <a:rPr lang="en-US" altLang="zh-TW" dirty="0"/>
              <a:t>request</a:t>
            </a:r>
            <a:endParaRPr lang="zh-TW" altLang="en-US" dirty="0"/>
          </a:p>
        </p:txBody>
      </p:sp>
      <p:grpSp>
        <p:nvGrpSpPr>
          <p:cNvPr id="50" name="群組 49">
            <a:extLst>
              <a:ext uri="{FF2B5EF4-FFF2-40B4-BE49-F238E27FC236}">
                <a16:creationId xmlns:a16="http://schemas.microsoft.com/office/drawing/2014/main" id="{CFF39C89-8141-46C4-14DC-045F0088A082}"/>
              </a:ext>
            </a:extLst>
          </p:cNvPr>
          <p:cNvGrpSpPr/>
          <p:nvPr/>
        </p:nvGrpSpPr>
        <p:grpSpPr>
          <a:xfrm>
            <a:off x="5481779" y="2275029"/>
            <a:ext cx="1458706" cy="1049003"/>
            <a:chOff x="1755548" y="1746355"/>
            <a:chExt cx="1458706" cy="1049003"/>
          </a:xfrm>
        </p:grpSpPr>
        <p:sp>
          <p:nvSpPr>
            <p:cNvPr id="51" name="矩形 50">
              <a:extLst>
                <a:ext uri="{FF2B5EF4-FFF2-40B4-BE49-F238E27FC236}">
                  <a16:creationId xmlns:a16="http://schemas.microsoft.com/office/drawing/2014/main" id="{66CC4378-1B89-58FB-8B7C-9329DBCE855A}"/>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文字方塊 51">
              <a:extLst>
                <a:ext uri="{FF2B5EF4-FFF2-40B4-BE49-F238E27FC236}">
                  <a16:creationId xmlns:a16="http://schemas.microsoft.com/office/drawing/2014/main" id="{D0EACA98-8626-C54D-D11E-F026422DBAD1}"/>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53" name="群組 52">
            <a:extLst>
              <a:ext uri="{FF2B5EF4-FFF2-40B4-BE49-F238E27FC236}">
                <a16:creationId xmlns:a16="http://schemas.microsoft.com/office/drawing/2014/main" id="{FF5620E8-3E44-DF25-9D74-7690F5F3416D}"/>
              </a:ext>
            </a:extLst>
          </p:cNvPr>
          <p:cNvGrpSpPr/>
          <p:nvPr/>
        </p:nvGrpSpPr>
        <p:grpSpPr>
          <a:xfrm>
            <a:off x="5586721" y="2408306"/>
            <a:ext cx="1458706" cy="1049003"/>
            <a:chOff x="1755548" y="1746355"/>
            <a:chExt cx="1458706" cy="1049003"/>
          </a:xfrm>
        </p:grpSpPr>
        <p:sp>
          <p:nvSpPr>
            <p:cNvPr id="54" name="矩形 53">
              <a:extLst>
                <a:ext uri="{FF2B5EF4-FFF2-40B4-BE49-F238E27FC236}">
                  <a16:creationId xmlns:a16="http://schemas.microsoft.com/office/drawing/2014/main" id="{2201980D-9C09-A130-D336-05EB80146F0F}"/>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文字方塊 54">
              <a:extLst>
                <a:ext uri="{FF2B5EF4-FFF2-40B4-BE49-F238E27FC236}">
                  <a16:creationId xmlns:a16="http://schemas.microsoft.com/office/drawing/2014/main" id="{0840FE62-0C09-58BA-B8FD-4F6A067AF7D4}"/>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Chef</a:t>
              </a:r>
              <a:endParaRPr lang="zh-TW" altLang="en-US" dirty="0"/>
            </a:p>
          </p:txBody>
        </p:sp>
      </p:grpSp>
      <p:grpSp>
        <p:nvGrpSpPr>
          <p:cNvPr id="56" name="群組 55">
            <a:extLst>
              <a:ext uri="{FF2B5EF4-FFF2-40B4-BE49-F238E27FC236}">
                <a16:creationId xmlns:a16="http://schemas.microsoft.com/office/drawing/2014/main" id="{8BF3FA32-9D6F-1718-4059-79E02B7C76D2}"/>
              </a:ext>
            </a:extLst>
          </p:cNvPr>
          <p:cNvGrpSpPr/>
          <p:nvPr/>
        </p:nvGrpSpPr>
        <p:grpSpPr>
          <a:xfrm>
            <a:off x="5724981" y="2577723"/>
            <a:ext cx="1458706" cy="1049003"/>
            <a:chOff x="1755548" y="1746355"/>
            <a:chExt cx="1458706" cy="1049003"/>
          </a:xfrm>
        </p:grpSpPr>
        <p:sp>
          <p:nvSpPr>
            <p:cNvPr id="57" name="矩形 56">
              <a:extLst>
                <a:ext uri="{FF2B5EF4-FFF2-40B4-BE49-F238E27FC236}">
                  <a16:creationId xmlns:a16="http://schemas.microsoft.com/office/drawing/2014/main" id="{0B1F61A6-F753-5EC3-5F5E-36F908E9E4D0}"/>
                </a:ext>
              </a:extLst>
            </p:cNvPr>
            <p:cNvSpPr/>
            <p:nvPr/>
          </p:nvSpPr>
          <p:spPr>
            <a:xfrm>
              <a:off x="1764145" y="1853248"/>
              <a:ext cx="1450109" cy="9421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文字方塊 57">
              <a:extLst>
                <a:ext uri="{FF2B5EF4-FFF2-40B4-BE49-F238E27FC236}">
                  <a16:creationId xmlns:a16="http://schemas.microsoft.com/office/drawing/2014/main" id="{696FD5D4-0EDB-932D-BCEA-0346B99B6875}"/>
                </a:ext>
              </a:extLst>
            </p:cNvPr>
            <p:cNvSpPr txBox="1"/>
            <p:nvPr/>
          </p:nvSpPr>
          <p:spPr>
            <a:xfrm>
              <a:off x="1755548" y="1746355"/>
              <a:ext cx="1450109" cy="738664"/>
            </a:xfrm>
            <a:prstGeom prst="rect">
              <a:avLst/>
            </a:prstGeom>
            <a:noFill/>
          </p:spPr>
          <p:txBody>
            <a:bodyPr wrap="square" rtlCol="0">
              <a:spAutoFit/>
            </a:bodyPr>
            <a:lstStyle/>
            <a:p>
              <a:endParaRPr lang="en-US" altLang="zh-TW" dirty="0"/>
            </a:p>
            <a:p>
              <a:endParaRPr lang="en-US" altLang="zh-TW" dirty="0"/>
            </a:p>
            <a:p>
              <a:pPr algn="ctr"/>
              <a:r>
                <a:rPr lang="en-US" altLang="zh-TW" dirty="0"/>
                <a:t>Order List</a:t>
              </a:r>
              <a:endParaRPr lang="zh-TW" altLang="en-US" dirty="0"/>
            </a:p>
          </p:txBody>
        </p:sp>
      </p:grpSp>
    </p:spTree>
    <p:extLst>
      <p:ext uri="{BB962C8B-B14F-4D97-AF65-F5344CB8AC3E}">
        <p14:creationId xmlns:p14="http://schemas.microsoft.com/office/powerpoint/2010/main" val="3222622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320AE2D0-0B69-0A5D-AA8B-89D233BA3583}"/>
            </a:ext>
          </a:extLst>
        </p:cNvPr>
        <p:cNvGrpSpPr/>
        <p:nvPr/>
      </p:nvGrpSpPr>
      <p:grpSpPr>
        <a:xfrm>
          <a:off x="0" y="0"/>
          <a:ext cx="0" cy="0"/>
          <a:chOff x="0" y="0"/>
          <a:chExt cx="0" cy="0"/>
        </a:xfrm>
      </p:grpSpPr>
      <p:sp>
        <p:nvSpPr>
          <p:cNvPr id="88" name="Google Shape;88;p4">
            <a:extLst>
              <a:ext uri="{FF2B5EF4-FFF2-40B4-BE49-F238E27FC236}">
                <a16:creationId xmlns:a16="http://schemas.microsoft.com/office/drawing/2014/main" id="{0074FF1A-FE8B-4839-525A-062FDCC7B3B6}"/>
              </a:ext>
            </a:extLst>
          </p:cNvPr>
          <p:cNvSpPr txBox="1">
            <a:spLocks noGrp="1"/>
          </p:cNvSpPr>
          <p:nvPr>
            <p:ph type="title"/>
          </p:nvPr>
        </p:nvSpPr>
        <p:spPr>
          <a:xfrm>
            <a:off x="862137" y="562893"/>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a:latin typeface="Microsoft JhengHei"/>
                <a:ea typeface="Microsoft JhengHei"/>
                <a:cs typeface="Microsoft JhengHei"/>
                <a:sym typeface="Microsoft JhengHei"/>
              </a:rPr>
              <a:t>Server</a:t>
            </a:r>
            <a:endParaRPr dirty="0">
              <a:latin typeface="Microsoft JhengHei"/>
              <a:ea typeface="Microsoft JhengHei"/>
              <a:cs typeface="Microsoft JhengHei"/>
              <a:sym typeface="Microsoft JhengHei"/>
            </a:endParaRPr>
          </a:p>
        </p:txBody>
      </p:sp>
      <p:grpSp>
        <p:nvGrpSpPr>
          <p:cNvPr id="2" name="群組 1">
            <a:extLst>
              <a:ext uri="{FF2B5EF4-FFF2-40B4-BE49-F238E27FC236}">
                <a16:creationId xmlns:a16="http://schemas.microsoft.com/office/drawing/2014/main" id="{E11F700A-317C-4884-94B8-F7FB6A92EB59}"/>
              </a:ext>
            </a:extLst>
          </p:cNvPr>
          <p:cNvGrpSpPr/>
          <p:nvPr/>
        </p:nvGrpSpPr>
        <p:grpSpPr>
          <a:xfrm>
            <a:off x="2655564" y="2201726"/>
            <a:ext cx="6975831" cy="2288296"/>
            <a:chOff x="1133544" y="2165867"/>
            <a:chExt cx="6975831" cy="2288296"/>
          </a:xfrm>
        </p:grpSpPr>
        <p:sp>
          <p:nvSpPr>
            <p:cNvPr id="3" name="矩形 2">
              <a:extLst>
                <a:ext uri="{FF2B5EF4-FFF2-40B4-BE49-F238E27FC236}">
                  <a16:creationId xmlns:a16="http://schemas.microsoft.com/office/drawing/2014/main" id="{4583A365-BECB-E561-3BFC-3A718C0F0948}"/>
                </a:ext>
              </a:extLst>
            </p:cNvPr>
            <p:cNvSpPr/>
            <p:nvPr/>
          </p:nvSpPr>
          <p:spPr>
            <a:xfrm>
              <a:off x="1133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3F01D611-19B3-2ED4-143C-E834F9067C48}"/>
                </a:ext>
              </a:extLst>
            </p:cNvPr>
            <p:cNvSpPr/>
            <p:nvPr/>
          </p:nvSpPr>
          <p:spPr>
            <a:xfrm>
              <a:off x="3800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F6D2C4F4-8125-323D-DF14-190CA121B076}"/>
                </a:ext>
              </a:extLst>
            </p:cNvPr>
            <p:cNvSpPr/>
            <p:nvPr/>
          </p:nvSpPr>
          <p:spPr>
            <a:xfrm>
              <a:off x="6467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 name="直線單箭頭接點 11">
              <a:extLst>
                <a:ext uri="{FF2B5EF4-FFF2-40B4-BE49-F238E27FC236}">
                  <a16:creationId xmlns:a16="http://schemas.microsoft.com/office/drawing/2014/main" id="{4F5CAC78-EB56-65BC-0114-D39BC0467208}"/>
                </a:ext>
              </a:extLst>
            </p:cNvPr>
            <p:cNvCxnSpPr>
              <a:cxnSpLocks/>
            </p:cNvCxnSpPr>
            <p:nvPr/>
          </p:nvCxnSpPr>
          <p:spPr>
            <a:xfrm>
              <a:off x="2669309" y="3310015"/>
              <a:ext cx="104370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5B4345C7-FB45-AE04-1377-ABD0566B336F}"/>
                </a:ext>
              </a:extLst>
            </p:cNvPr>
            <p:cNvCxnSpPr>
              <a:cxnSpLocks/>
            </p:cNvCxnSpPr>
            <p:nvPr/>
          </p:nvCxnSpPr>
          <p:spPr>
            <a:xfrm>
              <a:off x="5324763" y="3310015"/>
              <a:ext cx="104370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A622F9C1-6005-A992-A638-BFA167B5A922}"/>
                </a:ext>
              </a:extLst>
            </p:cNvPr>
            <p:cNvSpPr txBox="1"/>
            <p:nvPr/>
          </p:nvSpPr>
          <p:spPr>
            <a:xfrm>
              <a:off x="1366157" y="3114293"/>
              <a:ext cx="1253616" cy="307777"/>
            </a:xfrm>
            <a:prstGeom prst="rect">
              <a:avLst/>
            </a:prstGeom>
            <a:noFill/>
          </p:spPr>
          <p:txBody>
            <a:bodyPr wrap="square" rtlCol="0">
              <a:spAutoFit/>
            </a:bodyPr>
            <a:lstStyle/>
            <a:p>
              <a:r>
                <a:rPr lang="en-US" altLang="zh-TW" dirty="0" err="1"/>
                <a:t>order_send</a:t>
              </a:r>
              <a:endParaRPr lang="zh-TW" altLang="en-US" dirty="0"/>
            </a:p>
          </p:txBody>
        </p:sp>
        <p:sp>
          <p:nvSpPr>
            <p:cNvPr id="22" name="文字方塊 21">
              <a:extLst>
                <a:ext uri="{FF2B5EF4-FFF2-40B4-BE49-F238E27FC236}">
                  <a16:creationId xmlns:a16="http://schemas.microsoft.com/office/drawing/2014/main" id="{EC8BC63B-2610-C1E1-74BF-3222B736DAA0}"/>
                </a:ext>
              </a:extLst>
            </p:cNvPr>
            <p:cNvSpPr txBox="1"/>
            <p:nvPr/>
          </p:nvSpPr>
          <p:spPr>
            <a:xfrm>
              <a:off x="3904823" y="3117833"/>
              <a:ext cx="1448626" cy="307777"/>
            </a:xfrm>
            <a:prstGeom prst="rect">
              <a:avLst/>
            </a:prstGeom>
            <a:noFill/>
          </p:spPr>
          <p:txBody>
            <a:bodyPr wrap="square" rtlCol="0">
              <a:spAutoFit/>
            </a:bodyPr>
            <a:lstStyle/>
            <a:p>
              <a:r>
                <a:rPr lang="en-US" altLang="zh-TW" dirty="0" err="1"/>
                <a:t>order_receive</a:t>
              </a:r>
              <a:endParaRPr lang="zh-TW" altLang="en-US" dirty="0"/>
            </a:p>
          </p:txBody>
        </p:sp>
        <p:sp>
          <p:nvSpPr>
            <p:cNvPr id="23" name="文字方塊 22">
              <a:extLst>
                <a:ext uri="{FF2B5EF4-FFF2-40B4-BE49-F238E27FC236}">
                  <a16:creationId xmlns:a16="http://schemas.microsoft.com/office/drawing/2014/main" id="{5D1596F6-2983-9732-8DB4-E4AACB616226}"/>
                </a:ext>
              </a:extLst>
            </p:cNvPr>
            <p:cNvSpPr txBox="1"/>
            <p:nvPr/>
          </p:nvSpPr>
          <p:spPr>
            <a:xfrm>
              <a:off x="6855759" y="3114293"/>
              <a:ext cx="1253616" cy="307777"/>
            </a:xfrm>
            <a:prstGeom prst="rect">
              <a:avLst/>
            </a:prstGeom>
            <a:noFill/>
          </p:spPr>
          <p:txBody>
            <a:bodyPr wrap="square" rtlCol="0">
              <a:spAutoFit/>
            </a:bodyPr>
            <a:lstStyle/>
            <a:p>
              <a:r>
                <a:rPr lang="en-US" altLang="zh-TW" dirty="0"/>
                <a:t>kitchen</a:t>
              </a:r>
              <a:endParaRPr lang="zh-TW" altLang="en-US" dirty="0"/>
            </a:p>
          </p:txBody>
        </p:sp>
      </p:grpSp>
    </p:spTree>
    <p:extLst>
      <p:ext uri="{BB962C8B-B14F-4D97-AF65-F5344CB8AC3E}">
        <p14:creationId xmlns:p14="http://schemas.microsoft.com/office/powerpoint/2010/main" val="1102438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320AE2D0-0B69-0A5D-AA8B-89D233BA3583}"/>
            </a:ext>
          </a:extLst>
        </p:cNvPr>
        <p:cNvGrpSpPr/>
        <p:nvPr/>
      </p:nvGrpSpPr>
      <p:grpSpPr>
        <a:xfrm>
          <a:off x="0" y="0"/>
          <a:ext cx="0" cy="0"/>
          <a:chOff x="0" y="0"/>
          <a:chExt cx="0" cy="0"/>
        </a:xfrm>
      </p:grpSpPr>
      <p:sp>
        <p:nvSpPr>
          <p:cNvPr id="88" name="Google Shape;88;p4">
            <a:extLst>
              <a:ext uri="{FF2B5EF4-FFF2-40B4-BE49-F238E27FC236}">
                <a16:creationId xmlns:a16="http://schemas.microsoft.com/office/drawing/2014/main" id="{0074FF1A-FE8B-4839-525A-062FDCC7B3B6}"/>
              </a:ext>
            </a:extLst>
          </p:cNvPr>
          <p:cNvSpPr txBox="1">
            <a:spLocks noGrp="1"/>
          </p:cNvSpPr>
          <p:nvPr>
            <p:ph type="title"/>
          </p:nvPr>
        </p:nvSpPr>
        <p:spPr>
          <a:xfrm>
            <a:off x="862137" y="562893"/>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dirty="0">
                <a:latin typeface="Microsoft JhengHei"/>
                <a:ea typeface="Microsoft JhengHei"/>
                <a:cs typeface="Microsoft JhengHei"/>
                <a:sym typeface="Microsoft JhengHei"/>
              </a:rPr>
              <a:t>Server</a:t>
            </a:r>
            <a:endParaRPr dirty="0">
              <a:latin typeface="Microsoft JhengHei"/>
              <a:ea typeface="Microsoft JhengHei"/>
              <a:cs typeface="Microsoft JhengHei"/>
              <a:sym typeface="Microsoft JhengHei"/>
            </a:endParaRPr>
          </a:p>
        </p:txBody>
      </p:sp>
      <p:grpSp>
        <p:nvGrpSpPr>
          <p:cNvPr id="2" name="群組 1">
            <a:extLst>
              <a:ext uri="{FF2B5EF4-FFF2-40B4-BE49-F238E27FC236}">
                <a16:creationId xmlns:a16="http://schemas.microsoft.com/office/drawing/2014/main" id="{3EBF2945-A466-450E-9E3E-06AB1C5C979B}"/>
              </a:ext>
            </a:extLst>
          </p:cNvPr>
          <p:cNvGrpSpPr/>
          <p:nvPr/>
        </p:nvGrpSpPr>
        <p:grpSpPr>
          <a:xfrm>
            <a:off x="3597450" y="2112079"/>
            <a:ext cx="4324685" cy="2288296"/>
            <a:chOff x="6259968" y="2165867"/>
            <a:chExt cx="4324685" cy="2288296"/>
          </a:xfrm>
        </p:grpSpPr>
        <p:sp>
          <p:nvSpPr>
            <p:cNvPr id="7" name="矩形 6">
              <a:extLst>
                <a:ext uri="{FF2B5EF4-FFF2-40B4-BE49-F238E27FC236}">
                  <a16:creationId xmlns:a16="http://schemas.microsoft.com/office/drawing/2014/main" id="{9F0F36DD-6063-5BC1-9440-564D1458F4FD}"/>
                </a:ext>
              </a:extLst>
            </p:cNvPr>
            <p:cNvSpPr/>
            <p:nvPr/>
          </p:nvSpPr>
          <p:spPr>
            <a:xfrm>
              <a:off x="9134544"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0" name="直線單箭頭接點 19">
              <a:extLst>
                <a:ext uri="{FF2B5EF4-FFF2-40B4-BE49-F238E27FC236}">
                  <a16:creationId xmlns:a16="http://schemas.microsoft.com/office/drawing/2014/main" id="{8924D5F6-F20E-9B7A-E066-BB145937AF40}"/>
                </a:ext>
              </a:extLst>
            </p:cNvPr>
            <p:cNvCxnSpPr>
              <a:cxnSpLocks/>
              <a:endCxn id="7" idx="1"/>
            </p:cNvCxnSpPr>
            <p:nvPr/>
          </p:nvCxnSpPr>
          <p:spPr>
            <a:xfrm>
              <a:off x="7747412" y="3310015"/>
              <a:ext cx="138713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文字方塊 24">
              <a:extLst>
                <a:ext uri="{FF2B5EF4-FFF2-40B4-BE49-F238E27FC236}">
                  <a16:creationId xmlns:a16="http://schemas.microsoft.com/office/drawing/2014/main" id="{2276B1EE-EF81-C554-B172-EC11BB413480}"/>
                </a:ext>
              </a:extLst>
            </p:cNvPr>
            <p:cNvSpPr txBox="1"/>
            <p:nvPr/>
          </p:nvSpPr>
          <p:spPr>
            <a:xfrm>
              <a:off x="9268060" y="3048405"/>
              <a:ext cx="1253616" cy="523220"/>
            </a:xfrm>
            <a:prstGeom prst="rect">
              <a:avLst/>
            </a:prstGeom>
            <a:noFill/>
          </p:spPr>
          <p:txBody>
            <a:bodyPr wrap="square" rtlCol="0">
              <a:spAutoFit/>
            </a:bodyPr>
            <a:lstStyle/>
            <a:p>
              <a:pPr algn="ctr"/>
              <a:r>
                <a:rPr lang="en-US" altLang="zh-TW" dirty="0" err="1"/>
                <a:t>Gui</a:t>
              </a:r>
              <a:endParaRPr lang="en-US" altLang="zh-TW" dirty="0"/>
            </a:p>
            <a:p>
              <a:pPr algn="ctr"/>
              <a:r>
                <a:rPr lang="en-US" altLang="zh-TW" dirty="0"/>
                <a:t>(</a:t>
              </a:r>
              <a:r>
                <a:rPr lang="zh-TW" altLang="en-US" dirty="0"/>
                <a:t>圖形化顯示</a:t>
              </a:r>
              <a:r>
                <a:rPr lang="en-US" altLang="zh-TW" dirty="0"/>
                <a:t>)</a:t>
              </a:r>
              <a:endParaRPr lang="zh-TW" altLang="en-US" dirty="0"/>
            </a:p>
          </p:txBody>
        </p:sp>
        <p:sp>
          <p:nvSpPr>
            <p:cNvPr id="14" name="矩形 13">
              <a:extLst>
                <a:ext uri="{FF2B5EF4-FFF2-40B4-BE49-F238E27FC236}">
                  <a16:creationId xmlns:a16="http://schemas.microsoft.com/office/drawing/2014/main" id="{9B4AA45C-9BFC-4C89-9396-8179D90CB86C}"/>
                </a:ext>
              </a:extLst>
            </p:cNvPr>
            <p:cNvSpPr/>
            <p:nvPr/>
          </p:nvSpPr>
          <p:spPr>
            <a:xfrm>
              <a:off x="6297303" y="2165867"/>
              <a:ext cx="1450109" cy="22882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id="{A7B33959-00BC-4129-8DC7-EB3273C6B86E}"/>
                </a:ext>
              </a:extLst>
            </p:cNvPr>
            <p:cNvSpPr txBox="1"/>
            <p:nvPr/>
          </p:nvSpPr>
          <p:spPr>
            <a:xfrm>
              <a:off x="6259968" y="3048405"/>
              <a:ext cx="1560844" cy="523220"/>
            </a:xfrm>
            <a:prstGeom prst="rect">
              <a:avLst/>
            </a:prstGeom>
            <a:noFill/>
          </p:spPr>
          <p:txBody>
            <a:bodyPr wrap="square" rtlCol="0">
              <a:spAutoFit/>
            </a:bodyPr>
            <a:lstStyle/>
            <a:p>
              <a:pPr algn="ctr"/>
              <a:r>
                <a:rPr lang="en-US" altLang="zh-TW" dirty="0" err="1"/>
                <a:t>Netlink</a:t>
              </a:r>
              <a:endParaRPr lang="en-US" altLang="zh-TW" dirty="0"/>
            </a:p>
            <a:p>
              <a:pPr algn="ctr"/>
              <a:r>
                <a:rPr lang="en-US" altLang="zh-TW" dirty="0"/>
                <a:t>(</a:t>
              </a:r>
              <a:r>
                <a:rPr lang="zh-TW" altLang="en-US" dirty="0"/>
                <a:t>接收廚房訊息</a:t>
              </a:r>
              <a:r>
                <a:rPr lang="en-US" altLang="zh-TW" dirty="0"/>
                <a:t>)</a:t>
              </a:r>
              <a:endParaRPr lang="zh-TW" altLang="en-US" dirty="0"/>
            </a:p>
          </p:txBody>
        </p:sp>
      </p:grpSp>
    </p:spTree>
    <p:extLst>
      <p:ext uri="{BB962C8B-B14F-4D97-AF65-F5344CB8AC3E}">
        <p14:creationId xmlns:p14="http://schemas.microsoft.com/office/powerpoint/2010/main" val="3888896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5"/>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Arial"/>
                <a:ea typeface="Arial"/>
                <a:cs typeface="Arial"/>
                <a:sym typeface="Arial"/>
              </a:rPr>
              <a:t>結合上課所學</a:t>
            </a:r>
            <a:endParaRPr dirty="0">
              <a:latin typeface="Arial"/>
              <a:ea typeface="Arial"/>
              <a:cs typeface="Arial"/>
              <a:sym typeface="Arial"/>
            </a:endParaRPr>
          </a:p>
        </p:txBody>
      </p:sp>
      <p:sp>
        <p:nvSpPr>
          <p:cNvPr id="95" name="Google Shape;95;p5"/>
          <p:cNvSpPr txBox="1">
            <a:spLocks noGrp="1"/>
          </p:cNvSpPr>
          <p:nvPr>
            <p:ph type="body" idx="1"/>
          </p:nvPr>
        </p:nvSpPr>
        <p:spPr>
          <a:xfrm>
            <a:off x="1104293" y="1874166"/>
            <a:ext cx="8946541" cy="4195481"/>
          </a:xfrm>
          <a:prstGeom prst="rect">
            <a:avLst/>
          </a:prstGeom>
          <a:noFill/>
          <a:ln>
            <a:noFill/>
          </a:ln>
        </p:spPr>
        <p:txBody>
          <a:bodyPr spcFirstLastPara="1" wrap="square" lIns="91425" tIns="45700" rIns="91425" bIns="45700" anchor="t" anchorCtr="0">
            <a:normAutofit/>
          </a:bodyPr>
          <a:lstStyle/>
          <a:p>
            <a:pPr marL="285750" indent="-285750">
              <a:spcBef>
                <a:spcPts val="0"/>
              </a:spcBef>
              <a:buSzPts val="1600"/>
              <a:buFont typeface="Wingdings" panose="05000000000000000000" pitchFamily="2" charset="2"/>
              <a:buChar char="l"/>
            </a:pPr>
            <a:r>
              <a:rPr lang="zh-TW" altLang="en-US" dirty="0"/>
              <a:t>同步處理機制：使用</a:t>
            </a:r>
            <a:r>
              <a:rPr lang="en-US" altLang="zh-TW" dirty="0"/>
              <a:t>semaphore</a:t>
            </a:r>
            <a:r>
              <a:rPr lang="zh-TW" altLang="en-US" dirty="0"/>
              <a:t>控制資料可用性，</a:t>
            </a:r>
            <a:r>
              <a:rPr lang="en-US" altLang="zh-TW" dirty="0"/>
              <a:t>mutex</a:t>
            </a:r>
            <a:r>
              <a:rPr lang="zh-TW" altLang="en-US" dirty="0"/>
              <a:t> 保護資料一致性。</a:t>
            </a:r>
            <a:endParaRPr lang="en-US" altLang="zh-TW" dirty="0"/>
          </a:p>
          <a:p>
            <a:pPr marL="285750" indent="-285750">
              <a:spcBef>
                <a:spcPts val="0"/>
              </a:spcBef>
              <a:buSzPts val="1600"/>
              <a:buFont typeface="Wingdings" panose="05000000000000000000" pitchFamily="2" charset="2"/>
              <a:buChar char="l"/>
            </a:pPr>
            <a:endParaRPr lang="en-US" altLang="zh-TW" dirty="0"/>
          </a:p>
          <a:p>
            <a:pPr marL="285750" indent="-285750">
              <a:spcBef>
                <a:spcPts val="0"/>
              </a:spcBef>
              <a:buSzPts val="1600"/>
              <a:buFont typeface="Wingdings" panose="05000000000000000000" pitchFamily="2" charset="2"/>
              <a:buChar char="l"/>
            </a:pPr>
            <a:r>
              <a:rPr lang="zh-TW" altLang="en-US" dirty="0"/>
              <a:t>多執行緒處理機制：使用</a:t>
            </a:r>
            <a:r>
              <a:rPr lang="en-US" altLang="zh-TW" dirty="0"/>
              <a:t>thread</a:t>
            </a:r>
            <a:r>
              <a:rPr lang="zh-TW" altLang="en-US" dirty="0"/>
              <a:t>分配任務給每個廚師</a:t>
            </a:r>
            <a:endParaRPr lang="en-US" altLang="zh-TW" dirty="0"/>
          </a:p>
          <a:p>
            <a:pPr marL="285750" indent="-285750">
              <a:spcBef>
                <a:spcPts val="0"/>
              </a:spcBef>
              <a:buSzPts val="1600"/>
              <a:buFont typeface="Wingdings" panose="05000000000000000000" pitchFamily="2" charset="2"/>
              <a:buChar char="l"/>
            </a:pPr>
            <a:endParaRPr lang="en-US" dirty="0"/>
          </a:p>
          <a:p>
            <a:pPr marL="285750" indent="-285750">
              <a:spcBef>
                <a:spcPts val="0"/>
              </a:spcBef>
              <a:buSzPts val="1600"/>
              <a:buFont typeface="Wingdings" panose="05000000000000000000" pitchFamily="2" charset="2"/>
              <a:buChar char="l"/>
            </a:pPr>
            <a:r>
              <a:rPr lang="zh-TW" altLang="en-US" dirty="0"/>
              <a:t>動態記憶體管理：每筆訂單以</a:t>
            </a:r>
            <a:r>
              <a:rPr lang="en-US" altLang="zh-TW" dirty="0" err="1"/>
              <a:t>kmalloc</a:t>
            </a:r>
            <a:r>
              <a:rPr lang="en-US" altLang="zh-TW" dirty="0"/>
              <a:t>()</a:t>
            </a:r>
            <a:r>
              <a:rPr lang="zh-TW" altLang="en-US" dirty="0"/>
              <a:t>建立，</a:t>
            </a:r>
            <a:r>
              <a:rPr lang="en-US" altLang="zh-TW" dirty="0" err="1"/>
              <a:t>kfree</a:t>
            </a:r>
            <a:r>
              <a:rPr lang="en-US" altLang="zh-TW" dirty="0"/>
              <a:t>()</a:t>
            </a:r>
            <a:r>
              <a:rPr lang="zh-TW" altLang="en-US" dirty="0"/>
              <a:t>回收。</a:t>
            </a:r>
            <a:endParaRPr lang="en-US" altLang="zh-TW" dirty="0"/>
          </a:p>
          <a:p>
            <a:pPr marL="285750" indent="-285750">
              <a:spcBef>
                <a:spcPts val="0"/>
              </a:spcBef>
              <a:buSzPts val="1600"/>
              <a:buFont typeface="Wingdings" panose="05000000000000000000" pitchFamily="2" charset="2"/>
              <a:buChar char="l"/>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1FDDC8B6-E249-74E9-AF24-FF77ABAB1562}"/>
            </a:ext>
          </a:extLst>
        </p:cNvPr>
        <p:cNvGrpSpPr/>
        <p:nvPr/>
      </p:nvGrpSpPr>
      <p:grpSpPr>
        <a:xfrm>
          <a:off x="0" y="0"/>
          <a:ext cx="0" cy="0"/>
          <a:chOff x="0" y="0"/>
          <a:chExt cx="0" cy="0"/>
        </a:xfrm>
      </p:grpSpPr>
      <p:sp>
        <p:nvSpPr>
          <p:cNvPr id="94" name="Google Shape;94;p5">
            <a:extLst>
              <a:ext uri="{FF2B5EF4-FFF2-40B4-BE49-F238E27FC236}">
                <a16:creationId xmlns:a16="http://schemas.microsoft.com/office/drawing/2014/main" id="{D9CB84FD-3903-96FD-887A-5CBFAB79C1CF}"/>
              </a:ext>
            </a:extLst>
          </p:cNvPr>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zh-TW" altLang="en-US" dirty="0">
                <a:latin typeface="Arial"/>
                <a:ea typeface="Arial"/>
                <a:cs typeface="Arial"/>
                <a:sym typeface="Arial"/>
              </a:rPr>
              <a:t>實作時的困境</a:t>
            </a:r>
            <a:endParaRPr dirty="0">
              <a:latin typeface="Arial"/>
              <a:ea typeface="Arial"/>
              <a:cs typeface="Arial"/>
              <a:sym typeface="Arial"/>
            </a:endParaRPr>
          </a:p>
        </p:txBody>
      </p:sp>
      <p:sp>
        <p:nvSpPr>
          <p:cNvPr id="95" name="Google Shape;95;p5">
            <a:extLst>
              <a:ext uri="{FF2B5EF4-FFF2-40B4-BE49-F238E27FC236}">
                <a16:creationId xmlns:a16="http://schemas.microsoft.com/office/drawing/2014/main" id="{567EC6A4-8872-A4D5-66BC-9113614DECFA}"/>
              </a:ext>
            </a:extLst>
          </p:cNvPr>
          <p:cNvSpPr txBox="1">
            <a:spLocks noGrp="1"/>
          </p:cNvSpPr>
          <p:nvPr>
            <p:ph type="body" idx="1"/>
          </p:nvPr>
        </p:nvSpPr>
        <p:spPr>
          <a:xfrm>
            <a:off x="1104293" y="1874166"/>
            <a:ext cx="9046471" cy="4195481"/>
          </a:xfrm>
          <a:prstGeom prst="rect">
            <a:avLst/>
          </a:prstGeom>
          <a:noFill/>
          <a:ln>
            <a:noFill/>
          </a:ln>
        </p:spPr>
        <p:txBody>
          <a:bodyPr spcFirstLastPara="1" wrap="square" lIns="91425" tIns="45700" rIns="91425" bIns="45700" anchor="t" anchorCtr="0">
            <a:normAutofit/>
          </a:bodyPr>
          <a:lstStyle/>
          <a:p>
            <a:pPr marL="285750" indent="-285750">
              <a:spcBef>
                <a:spcPts val="0"/>
              </a:spcBef>
              <a:buSzPts val="1600"/>
              <a:buFont typeface="Wingdings" panose="05000000000000000000" pitchFamily="2" charset="2"/>
              <a:buChar char="l"/>
            </a:pPr>
            <a:r>
              <a:rPr lang="zh-TW" altLang="en-US" dirty="0"/>
              <a:t>多個程式在互相傳遞資料時會有格式不匹配或是被其他程式阻塞的可能性，導致無法實現預期功能。</a:t>
            </a:r>
            <a:endParaRPr lang="en-US" altLang="zh-TW" dirty="0"/>
          </a:p>
          <a:p>
            <a:pPr marL="285750" indent="-285750">
              <a:spcBef>
                <a:spcPts val="0"/>
              </a:spcBef>
              <a:buSzPts val="1600"/>
              <a:buFont typeface="Wingdings" panose="05000000000000000000" pitchFamily="2" charset="2"/>
              <a:buChar char="l"/>
            </a:pPr>
            <a:endParaRPr lang="en-US" dirty="0"/>
          </a:p>
          <a:p>
            <a:pPr marL="285750" indent="-285750">
              <a:spcBef>
                <a:spcPts val="0"/>
              </a:spcBef>
              <a:buSzPts val="1600"/>
              <a:buFont typeface="Wingdings" panose="05000000000000000000" pitchFamily="2" charset="2"/>
              <a:buChar char="l"/>
            </a:pPr>
            <a:r>
              <a:rPr lang="zh-TW" altLang="en-US" dirty="0"/>
              <a:t>若程式與程式之間存在依賴性</a:t>
            </a:r>
            <a:r>
              <a:rPr lang="en-US" altLang="zh-TW" dirty="0"/>
              <a:t>(</a:t>
            </a:r>
            <a:r>
              <a:rPr lang="en-US" altLang="zh-TW" dirty="0" err="1"/>
              <a:t>kitchen.c</a:t>
            </a:r>
            <a:r>
              <a:rPr lang="zh-TW" altLang="en-US" dirty="0"/>
              <a:t>需要用到</a:t>
            </a:r>
            <a:r>
              <a:rPr lang="en-US" altLang="zh-TW" dirty="0" err="1"/>
              <a:t>order_receive.c</a:t>
            </a:r>
            <a:r>
              <a:rPr lang="zh-TW" altLang="en-US" dirty="0"/>
              <a:t>定義的函數</a:t>
            </a:r>
            <a:r>
              <a:rPr lang="en-US" altLang="zh-TW" dirty="0"/>
              <a:t>)</a:t>
            </a:r>
            <a:r>
              <a:rPr lang="zh-TW" altLang="en-US" dirty="0"/>
              <a:t>，那在用</a:t>
            </a:r>
            <a:r>
              <a:rPr lang="en-US" altLang="zh-TW" dirty="0" err="1"/>
              <a:t>rmmod</a:t>
            </a:r>
            <a:r>
              <a:rPr lang="zh-TW" altLang="en-US" dirty="0"/>
              <a:t>移除模組時，若不依照正確順序移除就會卡住。</a:t>
            </a:r>
            <a:endParaRPr dirty="0"/>
          </a:p>
        </p:txBody>
      </p:sp>
    </p:spTree>
    <p:extLst>
      <p:ext uri="{BB962C8B-B14F-4D97-AF65-F5344CB8AC3E}">
        <p14:creationId xmlns:p14="http://schemas.microsoft.com/office/powerpoint/2010/main" val="4147889744"/>
      </p:ext>
    </p:extLst>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4120</TotalTime>
  <Words>325</Words>
  <Application>Microsoft Office PowerPoint</Application>
  <PresentationFormat>寬螢幕</PresentationFormat>
  <Paragraphs>163</Paragraphs>
  <Slides>12</Slides>
  <Notes>12</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12</vt:i4>
      </vt:variant>
    </vt:vector>
  </HeadingPairs>
  <TitlesOfParts>
    <vt:vector size="20" baseType="lpstr">
      <vt:lpstr>Roboto</vt:lpstr>
      <vt:lpstr>Century Gothic</vt:lpstr>
      <vt:lpstr>Arial</vt:lpstr>
      <vt:lpstr>標楷體</vt:lpstr>
      <vt:lpstr>Wingdings</vt:lpstr>
      <vt:lpstr>Merriweather</vt:lpstr>
      <vt:lpstr>微軟正黑體</vt:lpstr>
      <vt:lpstr>Paradigm</vt:lpstr>
      <vt:lpstr>Supercooked-快速出單分配任務伺服器</vt:lpstr>
      <vt:lpstr>點單系統</vt:lpstr>
      <vt:lpstr>廚房系統</vt:lpstr>
      <vt:lpstr>GUI介面</vt:lpstr>
      <vt:lpstr>菜單</vt:lpstr>
      <vt:lpstr>硬體架構 (含I/O)</vt:lpstr>
      <vt:lpstr>order_receive</vt:lpstr>
      <vt:lpstr>kitchen</vt:lpstr>
      <vt:lpstr>Server</vt:lpstr>
      <vt:lpstr>Server</vt:lpstr>
      <vt:lpstr>結合上課所學</vt:lpstr>
      <vt:lpstr>實作時的困境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Supercooked-快速出單分配任務伺服器</dc:title>
  <dc:creator>黃育綸</dc:creator>
  <cp:lastModifiedBy>T5USER</cp:lastModifiedBy>
  <cp:revision>15</cp:revision>
  <dcterms:created xsi:type="dcterms:W3CDTF">2023-05-23T07:35:49Z</dcterms:created>
  <dcterms:modified xsi:type="dcterms:W3CDTF">2025-06-04T05:01:00Z</dcterms:modified>
</cp:coreProperties>
</file>