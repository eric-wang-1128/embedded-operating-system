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62" r:id="rId4"/>
    <p:sldId id="265" r:id="rId5"/>
    <p:sldId id="268" r:id="rId6"/>
    <p:sldId id="258" r:id="rId7"/>
    <p:sldId id="259" r:id="rId8"/>
    <p:sldId id="263" r:id="rId9"/>
    <p:sldId id="269" r:id="rId10"/>
    <p:sldId id="260" r:id="rId11"/>
    <p:sldId id="270" r:id="rId12"/>
  </p:sldIdLst>
  <p:sldSz cx="12192000" cy="6858000"/>
  <p:notesSz cx="6858000" cy="9144000"/>
  <p:embeddedFontLst>
    <p:embeddedFont>
      <p:font typeface="Century Gothic" panose="020B0502020202020204" pitchFamily="34" charset="0"/>
      <p:regular r:id="rId14"/>
      <p:bold r:id="rId15"/>
      <p:italic r:id="rId16"/>
      <p:boldItalic r:id="rId17"/>
    </p:embeddedFont>
    <p:embeddedFont>
      <p:font typeface="Merriweather" panose="00000500000000000000" pitchFamily="2" charset="0"/>
      <p:regular r:id="rId18"/>
      <p:bold r:id="rId19"/>
      <p:italic r:id="rId20"/>
      <p:boldItalic r:id="rId21"/>
    </p:embeddedFont>
    <p:embeddedFont>
      <p:font typeface="Roboto" panose="02000000000000000000" pitchFamily="2" charset="0"/>
      <p:regular r:id="rId22"/>
      <p:bold r:id="rId23"/>
      <p:italic r:id="rId24"/>
      <p:boldItalic r:id="rId25"/>
    </p:embeddedFont>
    <p:embeddedFont>
      <p:font typeface="微軟正黑體" panose="020B0604030504040204" pitchFamily="34" charset="-120"/>
      <p:regular r:id="rId26"/>
      <p:bold r:id="rId27"/>
    </p:embeddedFont>
    <p:embeddedFont>
      <p:font typeface="標楷體" panose="03000509000000000000" pitchFamily="65" charset="-12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vnDAN81qKImaT/9tOt5tyzrOY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ED537593-988B-09D2-06BA-1F8C0ED5844B}"/>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1A124385-795B-0021-6D3F-1E85607B06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256DA608-2893-0E4E-C98C-F259FEAC79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1207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999CB8FA-FE84-4A8A-0C2C-593000592094}"/>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1ED4D314-201A-843D-9836-C737B7D0C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55B282B-A12B-336B-9E08-980EC668B1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593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7152705A-9CF8-28D4-6D50-15EBED8A26D9}"/>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D424A83E-EE40-2A14-7B77-93A93BB5E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D0F2A88-FDBC-176D-18F7-350DCCCE01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3133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F5A518C-5641-F456-789D-6306A9235ECB}"/>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6959BA02-7BC0-E26B-8777-7A57751FF1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89098E66-1190-F8BE-5097-C267B4790F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0971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AEB77BD-196E-A62B-FA58-8F665535FF20}"/>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C99C8BD6-5A0C-AC8E-A18D-82BFFED92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231646D0-8F43-7FD1-5669-C645BF17BB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646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59A3C0F-BDCE-3965-0F15-029A4F75D320}"/>
            </a:ext>
          </a:extLst>
        </p:cNvPr>
        <p:cNvGrpSpPr/>
        <p:nvPr/>
      </p:nvGrpSpPr>
      <p:grpSpPr>
        <a:xfrm>
          <a:off x="0" y="0"/>
          <a:ext cx="0" cy="0"/>
          <a:chOff x="0" y="0"/>
          <a:chExt cx="0" cy="0"/>
        </a:xfrm>
      </p:grpSpPr>
      <p:sp>
        <p:nvSpPr>
          <p:cNvPr id="91" name="Google Shape;91;p5:notes">
            <a:extLst>
              <a:ext uri="{FF2B5EF4-FFF2-40B4-BE49-F238E27FC236}">
                <a16:creationId xmlns:a16="http://schemas.microsoft.com/office/drawing/2014/main" id="{93BFB060-A181-8561-D3F2-2DB7BA028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5:notes">
            <a:extLst>
              <a:ext uri="{FF2B5EF4-FFF2-40B4-BE49-F238E27FC236}">
                <a16:creationId xmlns:a16="http://schemas.microsoft.com/office/drawing/2014/main" id="{D518C32C-E255-F3E9-2362-79385742E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240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g2dfd062367b_0_393"/>
          <p:cNvSpPr/>
          <p:nvPr/>
        </p:nvSpPr>
        <p:spPr>
          <a:xfrm>
            <a:off x="-167" y="0"/>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g2dfd062367b_0_393"/>
          <p:cNvSpPr txBox="1">
            <a:spLocks noGrp="1"/>
          </p:cNvSpPr>
          <p:nvPr>
            <p:ph type="ctrTitle"/>
          </p:nvPr>
        </p:nvSpPr>
        <p:spPr>
          <a:xfrm>
            <a:off x="415600" y="719633"/>
            <a:ext cx="11360700" cy="1710000"/>
          </a:xfrm>
          <a:prstGeom prst="rect">
            <a:avLst/>
          </a:prstGeom>
        </p:spPr>
        <p:txBody>
          <a:bodyPr spcFirstLastPara="1" wrap="square" lIns="121900" tIns="121900" rIns="121900" bIns="121900" anchor="t"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 name="Google Shape;12;g2dfd062367b_0_393"/>
          <p:cNvSpPr txBox="1">
            <a:spLocks noGrp="1"/>
          </p:cNvSpPr>
          <p:nvPr>
            <p:ph type="subTitle" idx="1"/>
          </p:nvPr>
        </p:nvSpPr>
        <p:spPr>
          <a:xfrm>
            <a:off x="415600" y="2504747"/>
            <a:ext cx="5656800" cy="9843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a:endParaRPr/>
          </a:p>
        </p:txBody>
      </p:sp>
      <p:sp>
        <p:nvSpPr>
          <p:cNvPr id="13" name="Google Shape;13;g2dfd062367b_0_39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g2dfd062367b_0_398"/>
          <p:cNvSpPr/>
          <p:nvPr/>
        </p:nvSpPr>
        <p:spPr>
          <a:xfrm>
            <a:off x="0" y="64132"/>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g2dfd062367b_0_398"/>
          <p:cNvSpPr/>
          <p:nvPr/>
        </p:nvSpPr>
        <p:spPr>
          <a:xfrm>
            <a:off x="0" y="0"/>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g2dfd062367b_0_398"/>
          <p:cNvSpPr txBox="1">
            <a:spLocks noGrp="1"/>
          </p:cNvSpPr>
          <p:nvPr>
            <p:ph type="title"/>
          </p:nvPr>
        </p:nvSpPr>
        <p:spPr>
          <a:xfrm>
            <a:off x="415600" y="719633"/>
            <a:ext cx="11360700" cy="1710000"/>
          </a:xfrm>
          <a:prstGeom prst="rect">
            <a:avLst/>
          </a:prstGeom>
        </p:spPr>
        <p:txBody>
          <a:bodyPr spcFirstLastPara="1" wrap="square" lIns="121900" tIns="121900" rIns="121900" bIns="121900" anchor="t"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8" name="Google Shape;18;g2dfd062367b_0_39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g2dfd062367b_0_403"/>
          <p:cNvSpPr/>
          <p:nvPr/>
        </p:nvSpPr>
        <p:spPr>
          <a:xfrm>
            <a:off x="0" y="0"/>
            <a:ext cx="57519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 name="Google Shape;21;g2dfd062367b_0_403"/>
          <p:cNvSpPr/>
          <p:nvPr/>
        </p:nvSpPr>
        <p:spPr>
          <a:xfrm>
            <a:off x="0" y="58833"/>
            <a:ext cx="5751356" cy="5865687"/>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g2dfd062367b_0_403"/>
          <p:cNvSpPr/>
          <p:nvPr/>
        </p:nvSpPr>
        <p:spPr>
          <a:xfrm>
            <a:off x="-167" y="0"/>
            <a:ext cx="5755723" cy="5860653"/>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g2dfd062367b_0_403"/>
          <p:cNvSpPr txBox="1">
            <a:spLocks noGrp="1"/>
          </p:cNvSpPr>
          <p:nvPr>
            <p:ph type="title"/>
          </p:nvPr>
        </p:nvSpPr>
        <p:spPr>
          <a:xfrm>
            <a:off x="415633" y="667900"/>
            <a:ext cx="4941900" cy="33453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24" name="Google Shape;24;g2dfd062367b_0_403"/>
          <p:cNvSpPr txBox="1">
            <a:spLocks noGrp="1"/>
          </p:cNvSpPr>
          <p:nvPr>
            <p:ph type="body" idx="1"/>
          </p:nvPr>
        </p:nvSpPr>
        <p:spPr>
          <a:xfrm>
            <a:off x="6192900" y="667900"/>
            <a:ext cx="5555100" cy="54648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25" name="Google Shape;25;g2dfd062367b_0_40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g2dfd062367b_0_410"/>
          <p:cNvSpPr/>
          <p:nvPr/>
        </p:nvSpPr>
        <p:spPr>
          <a:xfrm>
            <a:off x="0" y="0"/>
            <a:ext cx="12192000" cy="17028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 name="Google Shape;28;g2dfd062367b_0_410"/>
          <p:cNvSpPr txBox="1">
            <a:spLocks noGrp="1"/>
          </p:cNvSpPr>
          <p:nvPr>
            <p:ph type="title"/>
          </p:nvPr>
        </p:nvSpPr>
        <p:spPr>
          <a:xfrm>
            <a:off x="415633" y="667900"/>
            <a:ext cx="11360700" cy="8316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29" name="Google Shape;29;g2dfd062367b_0_410"/>
          <p:cNvSpPr txBox="1">
            <a:spLocks noGrp="1"/>
          </p:cNvSpPr>
          <p:nvPr>
            <p:ph type="body" idx="1"/>
          </p:nvPr>
        </p:nvSpPr>
        <p:spPr>
          <a:xfrm>
            <a:off x="415600" y="2007600"/>
            <a:ext cx="5333100" cy="41016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0" name="Google Shape;30;g2dfd062367b_0_410"/>
          <p:cNvSpPr txBox="1">
            <a:spLocks noGrp="1"/>
          </p:cNvSpPr>
          <p:nvPr>
            <p:ph type="body" idx="2"/>
          </p:nvPr>
        </p:nvSpPr>
        <p:spPr>
          <a:xfrm>
            <a:off x="6443200" y="2007600"/>
            <a:ext cx="5333100" cy="41016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1" name="Google Shape;31;g2dfd062367b_0_4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g2dfd062367b_0_420"/>
          <p:cNvSpPr/>
          <p:nvPr/>
        </p:nvSpPr>
        <p:spPr>
          <a:xfrm>
            <a:off x="0" y="0"/>
            <a:ext cx="50193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8" name="Google Shape;38;g2dfd062367b_0_420"/>
          <p:cNvSpPr txBox="1">
            <a:spLocks noGrp="1"/>
          </p:cNvSpPr>
          <p:nvPr>
            <p:ph type="title"/>
          </p:nvPr>
        </p:nvSpPr>
        <p:spPr>
          <a:xfrm>
            <a:off x="415633" y="667900"/>
            <a:ext cx="4170000" cy="2438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39" name="Google Shape;39;g2dfd062367b_0_420"/>
          <p:cNvSpPr txBox="1">
            <a:spLocks noGrp="1"/>
          </p:cNvSpPr>
          <p:nvPr>
            <p:ph type="body" idx="1"/>
          </p:nvPr>
        </p:nvSpPr>
        <p:spPr>
          <a:xfrm>
            <a:off x="415600" y="3187533"/>
            <a:ext cx="4170000" cy="3063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accent2"/>
              </a:buClr>
              <a:buSzPts val="1700"/>
              <a:buChar char="●"/>
              <a:defRPr>
                <a:solidFill>
                  <a:schemeClr val="accent2"/>
                </a:solidFill>
              </a:defRPr>
            </a:lvl1pPr>
            <a:lvl2pPr marL="914400" lvl="1" indent="-323850">
              <a:spcBef>
                <a:spcPts val="0"/>
              </a:spcBef>
              <a:spcAft>
                <a:spcPts val="0"/>
              </a:spcAft>
              <a:buClr>
                <a:schemeClr val="accent2"/>
              </a:buClr>
              <a:buSzPts val="1500"/>
              <a:buChar char="○"/>
              <a:defRPr>
                <a:solidFill>
                  <a:schemeClr val="accent2"/>
                </a:solidFill>
              </a:defRPr>
            </a:lvl2pPr>
            <a:lvl3pPr marL="1371600" lvl="2" indent="-323850">
              <a:spcBef>
                <a:spcPts val="0"/>
              </a:spcBef>
              <a:spcAft>
                <a:spcPts val="0"/>
              </a:spcAft>
              <a:buClr>
                <a:schemeClr val="accent2"/>
              </a:buClr>
              <a:buSzPts val="1500"/>
              <a:buChar char="■"/>
              <a:defRPr>
                <a:solidFill>
                  <a:schemeClr val="accent2"/>
                </a:solidFill>
              </a:defRPr>
            </a:lvl3pPr>
            <a:lvl4pPr marL="1828800" lvl="3" indent="-323850">
              <a:spcBef>
                <a:spcPts val="0"/>
              </a:spcBef>
              <a:spcAft>
                <a:spcPts val="0"/>
              </a:spcAft>
              <a:buClr>
                <a:schemeClr val="accent2"/>
              </a:buClr>
              <a:buSzPts val="1500"/>
              <a:buChar char="●"/>
              <a:defRPr>
                <a:solidFill>
                  <a:schemeClr val="accent2"/>
                </a:solidFill>
              </a:defRPr>
            </a:lvl4pPr>
            <a:lvl5pPr marL="2286000" lvl="4" indent="-323850">
              <a:spcBef>
                <a:spcPts val="0"/>
              </a:spcBef>
              <a:spcAft>
                <a:spcPts val="0"/>
              </a:spcAft>
              <a:buClr>
                <a:schemeClr val="accent2"/>
              </a:buClr>
              <a:buSzPts val="1500"/>
              <a:buChar char="○"/>
              <a:defRPr>
                <a:solidFill>
                  <a:schemeClr val="accent2"/>
                </a:solidFill>
              </a:defRPr>
            </a:lvl5pPr>
            <a:lvl6pPr marL="2743200" lvl="5" indent="-323850">
              <a:spcBef>
                <a:spcPts val="0"/>
              </a:spcBef>
              <a:spcAft>
                <a:spcPts val="0"/>
              </a:spcAft>
              <a:buClr>
                <a:schemeClr val="accent2"/>
              </a:buClr>
              <a:buSzPts val="1500"/>
              <a:buChar char="■"/>
              <a:defRPr>
                <a:solidFill>
                  <a:schemeClr val="accent2"/>
                </a:solidFill>
              </a:defRPr>
            </a:lvl6pPr>
            <a:lvl7pPr marL="3200400" lvl="6" indent="-323850">
              <a:spcBef>
                <a:spcPts val="0"/>
              </a:spcBef>
              <a:spcAft>
                <a:spcPts val="0"/>
              </a:spcAft>
              <a:buClr>
                <a:schemeClr val="accent2"/>
              </a:buClr>
              <a:buSzPts val="1500"/>
              <a:buChar char="●"/>
              <a:defRPr>
                <a:solidFill>
                  <a:schemeClr val="accent2"/>
                </a:solidFill>
              </a:defRPr>
            </a:lvl7pPr>
            <a:lvl8pPr marL="3657600" lvl="7" indent="-323850">
              <a:spcBef>
                <a:spcPts val="0"/>
              </a:spcBef>
              <a:spcAft>
                <a:spcPts val="0"/>
              </a:spcAft>
              <a:buClr>
                <a:schemeClr val="accent2"/>
              </a:buClr>
              <a:buSzPts val="1500"/>
              <a:buChar char="○"/>
              <a:defRPr>
                <a:solidFill>
                  <a:schemeClr val="accent2"/>
                </a:solidFill>
              </a:defRPr>
            </a:lvl8pPr>
            <a:lvl9pPr marL="4114800" lvl="8" indent="-323850">
              <a:spcBef>
                <a:spcPts val="0"/>
              </a:spcBef>
              <a:spcAft>
                <a:spcPts val="0"/>
              </a:spcAft>
              <a:buClr>
                <a:schemeClr val="accent2"/>
              </a:buClr>
              <a:buSzPts val="1500"/>
              <a:buChar char="■"/>
              <a:defRPr>
                <a:solidFill>
                  <a:schemeClr val="accent2"/>
                </a:solidFill>
              </a:defRPr>
            </a:lvl9pPr>
          </a:lstStyle>
          <a:p>
            <a:endParaRPr/>
          </a:p>
        </p:txBody>
      </p:sp>
      <p:sp>
        <p:nvSpPr>
          <p:cNvPr id="40" name="Google Shape;40;g2dfd062367b_0_42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g2dfd062367b_0_425"/>
          <p:cNvSpPr txBox="1">
            <a:spLocks noGrp="1"/>
          </p:cNvSpPr>
          <p:nvPr>
            <p:ph type="title"/>
          </p:nvPr>
        </p:nvSpPr>
        <p:spPr>
          <a:xfrm>
            <a:off x="415567" y="1064800"/>
            <a:ext cx="8330400" cy="4728300"/>
          </a:xfrm>
          <a:prstGeom prst="rect">
            <a:avLst/>
          </a:prstGeom>
        </p:spPr>
        <p:txBody>
          <a:bodyPr spcFirstLastPara="1" wrap="square" lIns="121900" tIns="121900" rIns="121900" bIns="121900"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g2dfd062367b_0_42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g2dfd062367b_0_428"/>
          <p:cNvSpPr/>
          <p:nvPr/>
        </p:nvSpPr>
        <p:spPr>
          <a:xfrm>
            <a:off x="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6" name="Google Shape;46;g2dfd062367b_0_428"/>
          <p:cNvSpPr txBox="1">
            <a:spLocks noGrp="1"/>
          </p:cNvSpPr>
          <p:nvPr>
            <p:ph type="title"/>
          </p:nvPr>
        </p:nvSpPr>
        <p:spPr>
          <a:xfrm>
            <a:off x="415067" y="667900"/>
            <a:ext cx="4939200" cy="2732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47" name="Google Shape;47;g2dfd062367b_0_428"/>
          <p:cNvSpPr txBox="1">
            <a:spLocks noGrp="1"/>
          </p:cNvSpPr>
          <p:nvPr>
            <p:ph type="subTitle" idx="1"/>
          </p:nvPr>
        </p:nvSpPr>
        <p:spPr>
          <a:xfrm>
            <a:off x="406400" y="3502300"/>
            <a:ext cx="4939200" cy="12357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a:endParaRPr/>
          </a:p>
        </p:txBody>
      </p:sp>
      <p:sp>
        <p:nvSpPr>
          <p:cNvPr id="48" name="Google Shape;48;g2dfd062367b_0_428"/>
          <p:cNvSpPr txBox="1">
            <a:spLocks noGrp="1"/>
          </p:cNvSpPr>
          <p:nvPr>
            <p:ph type="body" idx="2"/>
          </p:nvPr>
        </p:nvSpPr>
        <p:spPr>
          <a:xfrm>
            <a:off x="6505367" y="667900"/>
            <a:ext cx="5271900" cy="5481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49" name="Google Shape;49;g2dfd062367b_0_42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g2dfd062367b_0_434"/>
          <p:cNvSpPr/>
          <p:nvPr/>
        </p:nvSpPr>
        <p:spPr>
          <a:xfrm>
            <a:off x="0" y="5825333"/>
            <a:ext cx="12192000" cy="10323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2" name="Google Shape;52;g2dfd062367b_0_434"/>
          <p:cNvSpPr txBox="1">
            <a:spLocks noGrp="1"/>
          </p:cNvSpPr>
          <p:nvPr>
            <p:ph type="body" idx="1"/>
          </p:nvPr>
        </p:nvSpPr>
        <p:spPr>
          <a:xfrm>
            <a:off x="415600" y="6028533"/>
            <a:ext cx="10639200" cy="6141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g2dfd062367b_0_43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g2dfd062367b_0_438"/>
          <p:cNvSpPr txBox="1">
            <a:spLocks noGrp="1"/>
          </p:cNvSpPr>
          <p:nvPr>
            <p:ph type="title" hasCustomPrompt="1"/>
          </p:nvPr>
        </p:nvSpPr>
        <p:spPr>
          <a:xfrm>
            <a:off x="415667" y="1108233"/>
            <a:ext cx="7113300" cy="1659600"/>
          </a:xfrm>
          <a:prstGeom prst="rect">
            <a:avLst/>
          </a:prstGeom>
        </p:spPr>
        <p:txBody>
          <a:bodyPr spcFirstLastPara="1" wrap="square" lIns="121900" tIns="121900" rIns="121900" bIns="121900" anchor="b" anchorCtr="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56" name="Google Shape;56;g2dfd062367b_0_438"/>
          <p:cNvSpPr txBox="1">
            <a:spLocks noGrp="1"/>
          </p:cNvSpPr>
          <p:nvPr>
            <p:ph type="body" idx="1"/>
          </p:nvPr>
        </p:nvSpPr>
        <p:spPr>
          <a:xfrm>
            <a:off x="415600" y="2828567"/>
            <a:ext cx="7113300" cy="1256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accent2"/>
              </a:buClr>
              <a:buSzPts val="1700"/>
              <a:buChar char="●"/>
              <a:defRPr>
                <a:solidFill>
                  <a:schemeClr val="accent2"/>
                </a:solidFill>
              </a:defRPr>
            </a:lvl1pPr>
            <a:lvl2pPr marL="914400" lvl="1" indent="-323850">
              <a:spcBef>
                <a:spcPts val="0"/>
              </a:spcBef>
              <a:spcAft>
                <a:spcPts val="0"/>
              </a:spcAft>
              <a:buClr>
                <a:schemeClr val="accent2"/>
              </a:buClr>
              <a:buSzPts val="1500"/>
              <a:buChar char="○"/>
              <a:defRPr>
                <a:solidFill>
                  <a:schemeClr val="accent2"/>
                </a:solidFill>
              </a:defRPr>
            </a:lvl2pPr>
            <a:lvl3pPr marL="1371600" lvl="2" indent="-323850">
              <a:spcBef>
                <a:spcPts val="0"/>
              </a:spcBef>
              <a:spcAft>
                <a:spcPts val="0"/>
              </a:spcAft>
              <a:buClr>
                <a:schemeClr val="accent2"/>
              </a:buClr>
              <a:buSzPts val="1500"/>
              <a:buChar char="■"/>
              <a:defRPr>
                <a:solidFill>
                  <a:schemeClr val="accent2"/>
                </a:solidFill>
              </a:defRPr>
            </a:lvl3pPr>
            <a:lvl4pPr marL="1828800" lvl="3" indent="-323850">
              <a:spcBef>
                <a:spcPts val="0"/>
              </a:spcBef>
              <a:spcAft>
                <a:spcPts val="0"/>
              </a:spcAft>
              <a:buClr>
                <a:schemeClr val="accent2"/>
              </a:buClr>
              <a:buSzPts val="1500"/>
              <a:buChar char="●"/>
              <a:defRPr>
                <a:solidFill>
                  <a:schemeClr val="accent2"/>
                </a:solidFill>
              </a:defRPr>
            </a:lvl4pPr>
            <a:lvl5pPr marL="2286000" lvl="4" indent="-323850">
              <a:spcBef>
                <a:spcPts val="0"/>
              </a:spcBef>
              <a:spcAft>
                <a:spcPts val="0"/>
              </a:spcAft>
              <a:buClr>
                <a:schemeClr val="accent2"/>
              </a:buClr>
              <a:buSzPts val="1500"/>
              <a:buChar char="○"/>
              <a:defRPr>
                <a:solidFill>
                  <a:schemeClr val="accent2"/>
                </a:solidFill>
              </a:defRPr>
            </a:lvl5pPr>
            <a:lvl6pPr marL="2743200" lvl="5" indent="-323850">
              <a:spcBef>
                <a:spcPts val="0"/>
              </a:spcBef>
              <a:spcAft>
                <a:spcPts val="0"/>
              </a:spcAft>
              <a:buClr>
                <a:schemeClr val="accent2"/>
              </a:buClr>
              <a:buSzPts val="1500"/>
              <a:buChar char="■"/>
              <a:defRPr>
                <a:solidFill>
                  <a:schemeClr val="accent2"/>
                </a:solidFill>
              </a:defRPr>
            </a:lvl6pPr>
            <a:lvl7pPr marL="3200400" lvl="6" indent="-323850">
              <a:spcBef>
                <a:spcPts val="0"/>
              </a:spcBef>
              <a:spcAft>
                <a:spcPts val="0"/>
              </a:spcAft>
              <a:buClr>
                <a:schemeClr val="accent2"/>
              </a:buClr>
              <a:buSzPts val="1500"/>
              <a:buChar char="●"/>
              <a:defRPr>
                <a:solidFill>
                  <a:schemeClr val="accent2"/>
                </a:solidFill>
              </a:defRPr>
            </a:lvl7pPr>
            <a:lvl8pPr marL="3657600" lvl="7" indent="-323850">
              <a:spcBef>
                <a:spcPts val="0"/>
              </a:spcBef>
              <a:spcAft>
                <a:spcPts val="0"/>
              </a:spcAft>
              <a:buClr>
                <a:schemeClr val="accent2"/>
              </a:buClr>
              <a:buSzPts val="1500"/>
              <a:buChar char="○"/>
              <a:defRPr>
                <a:solidFill>
                  <a:schemeClr val="accent2"/>
                </a:solidFill>
              </a:defRPr>
            </a:lvl8pPr>
            <a:lvl9pPr marL="4114800" lvl="8" indent="-323850">
              <a:spcBef>
                <a:spcPts val="0"/>
              </a:spcBef>
              <a:spcAft>
                <a:spcPts val="0"/>
              </a:spcAft>
              <a:buClr>
                <a:schemeClr val="accent2"/>
              </a:buClr>
              <a:buSzPts val="1500"/>
              <a:buChar char="■"/>
              <a:defRPr>
                <a:solidFill>
                  <a:schemeClr val="accent2"/>
                </a:solidFill>
              </a:defRPr>
            </a:lvl9pPr>
          </a:lstStyle>
          <a:p>
            <a:endParaRPr/>
          </a:p>
        </p:txBody>
      </p:sp>
      <p:sp>
        <p:nvSpPr>
          <p:cNvPr id="57" name="Google Shape;57;g2dfd062367b_0_43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60"/>
        <p:cNvGrpSpPr/>
        <p:nvPr/>
      </p:nvGrpSpPr>
      <p:grpSpPr>
        <a:xfrm>
          <a:off x="0" y="0"/>
          <a:ext cx="0" cy="0"/>
          <a:chOff x="0" y="0"/>
          <a:chExt cx="0" cy="0"/>
        </a:xfrm>
      </p:grpSpPr>
      <p:sp>
        <p:nvSpPr>
          <p:cNvPr id="61" name="Google Shape;61;g2dfd062367b_0_44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chemeClr val="lt2"/>
              </a:buClr>
              <a:buSzPts val="1800"/>
              <a:buNone/>
              <a:defRPr/>
            </a:lvl1pPr>
            <a:lvl2pPr lvl="1" algn="l" rtl="0">
              <a:spcBef>
                <a:spcPts val="0"/>
              </a:spcBef>
              <a:spcAft>
                <a:spcPts val="0"/>
              </a:spcAft>
              <a:buSzPts val="3700"/>
              <a:buNone/>
              <a:defRPr/>
            </a:lvl2pPr>
            <a:lvl3pPr lvl="2" algn="l" rtl="0">
              <a:spcBef>
                <a:spcPts val="0"/>
              </a:spcBef>
              <a:spcAft>
                <a:spcPts val="0"/>
              </a:spcAft>
              <a:buSzPts val="3700"/>
              <a:buNone/>
              <a:defRPr/>
            </a:lvl3pPr>
            <a:lvl4pPr lvl="3" algn="l" rtl="0">
              <a:spcBef>
                <a:spcPts val="0"/>
              </a:spcBef>
              <a:spcAft>
                <a:spcPts val="0"/>
              </a:spcAft>
              <a:buSzPts val="3700"/>
              <a:buNone/>
              <a:defRPr/>
            </a:lvl4pPr>
            <a:lvl5pPr lvl="4" algn="l" rtl="0">
              <a:spcBef>
                <a:spcPts val="0"/>
              </a:spcBef>
              <a:spcAft>
                <a:spcPts val="0"/>
              </a:spcAft>
              <a:buSzPts val="3700"/>
              <a:buNone/>
              <a:defRPr/>
            </a:lvl5pPr>
            <a:lvl6pPr lvl="5" algn="l" rtl="0">
              <a:spcBef>
                <a:spcPts val="0"/>
              </a:spcBef>
              <a:spcAft>
                <a:spcPts val="0"/>
              </a:spcAft>
              <a:buSzPts val="3700"/>
              <a:buNone/>
              <a:defRPr/>
            </a:lvl6pPr>
            <a:lvl7pPr lvl="6" algn="l" rtl="0">
              <a:spcBef>
                <a:spcPts val="0"/>
              </a:spcBef>
              <a:spcAft>
                <a:spcPts val="0"/>
              </a:spcAft>
              <a:buSzPts val="3700"/>
              <a:buNone/>
              <a:defRPr/>
            </a:lvl7pPr>
            <a:lvl8pPr lvl="7" algn="l" rtl="0">
              <a:spcBef>
                <a:spcPts val="0"/>
              </a:spcBef>
              <a:spcAft>
                <a:spcPts val="0"/>
              </a:spcAft>
              <a:buSzPts val="3700"/>
              <a:buNone/>
              <a:defRPr/>
            </a:lvl8pPr>
            <a:lvl9pPr lvl="8" algn="l" rtl="0">
              <a:spcBef>
                <a:spcPts val="0"/>
              </a:spcBef>
              <a:spcAft>
                <a:spcPts val="0"/>
              </a:spcAft>
              <a:buSzPts val="3700"/>
              <a:buNone/>
              <a:defRPr/>
            </a:lvl9pPr>
          </a:lstStyle>
          <a:p>
            <a:endParaRPr/>
          </a:p>
        </p:txBody>
      </p:sp>
      <p:sp>
        <p:nvSpPr>
          <p:cNvPr id="62" name="Google Shape;62;g2dfd062367b_0_444"/>
          <p:cNvSpPr txBox="1">
            <a:spLocks noGrp="1"/>
          </p:cNvSpPr>
          <p:nvPr>
            <p:ph type="body" idx="1"/>
          </p:nvPr>
        </p:nvSpPr>
        <p:spPr>
          <a:xfrm>
            <a:off x="1103312" y="2052918"/>
            <a:ext cx="8946600" cy="41955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63" name="Google Shape;63;g2dfd062367b_0_444"/>
          <p:cNvSpPr txBox="1">
            <a:spLocks noGrp="1"/>
          </p:cNvSpPr>
          <p:nvPr>
            <p:ph type="dt" idx="10"/>
          </p:nvPr>
        </p:nvSpPr>
        <p:spPr>
          <a:xfrm rot="5400000">
            <a:off x="10155638" y="1790701"/>
            <a:ext cx="990600" cy="3048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g2dfd062367b_0_444"/>
          <p:cNvSpPr txBox="1">
            <a:spLocks noGrp="1"/>
          </p:cNvSpPr>
          <p:nvPr>
            <p:ph type="ftr" idx="11"/>
          </p:nvPr>
        </p:nvSpPr>
        <p:spPr>
          <a:xfrm rot="5400000">
            <a:off x="8951571" y="3225300"/>
            <a:ext cx="3859800" cy="3048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g2dfd062367b_0_444"/>
          <p:cNvSpPr txBox="1">
            <a:spLocks noGrp="1"/>
          </p:cNvSpPr>
          <p:nvPr>
            <p:ph type="sldNum" idx="12"/>
          </p:nvPr>
        </p:nvSpPr>
        <p:spPr>
          <a:xfrm>
            <a:off x="10352540" y="295729"/>
            <a:ext cx="838200" cy="767700"/>
          </a:xfrm>
          <a:prstGeom prst="rect">
            <a:avLst/>
          </a:prstGeom>
          <a:noFill/>
          <a:ln>
            <a:noFill/>
          </a:ln>
        </p:spPr>
        <p:txBody>
          <a:bodyPr spcFirstLastPara="1" wrap="square" lIns="91425" tIns="45700" rIns="91425" bIns="45700" anchor="b" anchorCtr="0">
            <a:norm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g2dfd062367b_0_38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a:endParaRPr/>
          </a:p>
        </p:txBody>
      </p:sp>
      <p:sp>
        <p:nvSpPr>
          <p:cNvPr id="7" name="Google Shape;7;g2dfd062367b_0_38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marL="914400" lvl="1"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marL="1371600" lvl="2"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marL="1828800" lvl="3"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marL="2286000" lvl="4"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marL="2743200" lvl="5"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marL="3200400" lvl="6"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marL="3657600" lvl="7"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marL="4114800" lvl="8"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a:endParaRPr/>
          </a:p>
        </p:txBody>
      </p:sp>
      <p:sp>
        <p:nvSpPr>
          <p:cNvPr id="8" name="Google Shape;8;g2dfd062367b_0_38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a:spLocks noGrp="1"/>
          </p:cNvSpPr>
          <p:nvPr>
            <p:ph type="ctrTitle"/>
          </p:nvPr>
        </p:nvSpPr>
        <p:spPr>
          <a:xfrm>
            <a:off x="212400" y="665437"/>
            <a:ext cx="11166800" cy="173601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2"/>
              </a:buClr>
              <a:buSzPts val="7200"/>
              <a:buFont typeface="Century Gothic"/>
              <a:buNone/>
            </a:pPr>
            <a:r>
              <a:rPr lang="en-US" altLang="zh-TW" dirty="0" err="1">
                <a:latin typeface="Microsoft JhengHei"/>
                <a:ea typeface="Microsoft JhengHei"/>
                <a:cs typeface="Microsoft JhengHei"/>
                <a:sym typeface="Microsoft JhengHei"/>
              </a:rPr>
              <a:t>Supercooked</a:t>
            </a:r>
            <a:r>
              <a:rPr lang="en-US" altLang="zh-TW" dirty="0">
                <a:latin typeface="Microsoft JhengHei"/>
                <a:ea typeface="Microsoft JhengHei"/>
                <a:cs typeface="Microsoft JhengHei"/>
                <a:sym typeface="Microsoft JhengHei"/>
              </a:rPr>
              <a:t>-</a:t>
            </a:r>
            <a:r>
              <a:rPr lang="zh-TW" altLang="en-US" dirty="0">
                <a:latin typeface="Microsoft JhengHei"/>
                <a:ea typeface="Microsoft JhengHei"/>
                <a:cs typeface="Microsoft JhengHei"/>
                <a:sym typeface="Microsoft JhengHei"/>
              </a:rPr>
              <a:t>快速出單分配任務伺服器</a:t>
            </a:r>
            <a:endParaRPr dirty="0">
              <a:latin typeface="Microsoft JhengHei"/>
              <a:ea typeface="Microsoft JhengHei"/>
              <a:cs typeface="Microsoft JhengHei"/>
              <a:sym typeface="Microsoft JhengHei"/>
            </a:endParaRPr>
          </a:p>
        </p:txBody>
      </p:sp>
      <p:sp>
        <p:nvSpPr>
          <p:cNvPr id="71" name="Google Shape;71;p1"/>
          <p:cNvSpPr txBox="1">
            <a:spLocks noGrp="1"/>
          </p:cNvSpPr>
          <p:nvPr>
            <p:ph type="subTitle" idx="1"/>
          </p:nvPr>
        </p:nvSpPr>
        <p:spPr>
          <a:xfrm>
            <a:off x="415600" y="2504746"/>
            <a:ext cx="5656800" cy="1923622"/>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第七組</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組員：</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王睿讚</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潘柏翰</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吳冠霆</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title"/>
          </p:nvPr>
        </p:nvSpPr>
        <p:spPr>
          <a:xfrm>
            <a:off x="646112" y="452718"/>
            <a:ext cx="2069379" cy="66339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點單</a:t>
            </a:r>
            <a:r>
              <a:rPr lang="zh-TW" dirty="0">
                <a:latin typeface="Microsoft JhengHei"/>
                <a:ea typeface="Microsoft JhengHei"/>
                <a:cs typeface="Microsoft JhengHei"/>
                <a:sym typeface="Microsoft JhengHei"/>
              </a:rPr>
              <a:t>系統</a:t>
            </a:r>
            <a:endParaRPr dirty="0">
              <a:latin typeface="Microsoft JhengHei"/>
              <a:ea typeface="Microsoft JhengHei"/>
              <a:cs typeface="Microsoft JhengHei"/>
              <a:sym typeface="Microsoft JhengHei"/>
            </a:endParaRPr>
          </a:p>
        </p:txBody>
      </p:sp>
      <p:grpSp>
        <p:nvGrpSpPr>
          <p:cNvPr id="57" name="群組 56">
            <a:extLst>
              <a:ext uri="{FF2B5EF4-FFF2-40B4-BE49-F238E27FC236}">
                <a16:creationId xmlns:a16="http://schemas.microsoft.com/office/drawing/2014/main" id="{5E1E4A43-28E1-9D81-E99B-1088789B6270}"/>
              </a:ext>
            </a:extLst>
          </p:cNvPr>
          <p:cNvGrpSpPr/>
          <p:nvPr/>
        </p:nvGrpSpPr>
        <p:grpSpPr>
          <a:xfrm>
            <a:off x="4332469" y="2707147"/>
            <a:ext cx="1450109" cy="942110"/>
            <a:chOff x="4332470" y="2727088"/>
            <a:chExt cx="1450109" cy="942110"/>
          </a:xfrm>
        </p:grpSpPr>
        <p:sp>
          <p:nvSpPr>
            <p:cNvPr id="3" name="矩形 2">
              <a:extLst>
                <a:ext uri="{FF2B5EF4-FFF2-40B4-BE49-F238E27FC236}">
                  <a16:creationId xmlns:a16="http://schemas.microsoft.com/office/drawing/2014/main" id="{AB1E89D8-1902-288D-66E6-DA37D8142114}"/>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50897320-C3D2-0375-48B0-5EC65658C1C8}"/>
                </a:ext>
              </a:extLst>
            </p:cNvPr>
            <p:cNvSpPr txBox="1"/>
            <p:nvPr/>
          </p:nvSpPr>
          <p:spPr>
            <a:xfrm>
              <a:off x="4332470" y="2727088"/>
              <a:ext cx="1450109" cy="738664"/>
            </a:xfrm>
            <a:prstGeom prst="rect">
              <a:avLst/>
            </a:prstGeom>
            <a:noFill/>
          </p:spPr>
          <p:txBody>
            <a:bodyPr wrap="square" rtlCol="0">
              <a:spAutoFit/>
            </a:bodyPr>
            <a:lstStyle/>
            <a:p>
              <a:endParaRPr lang="en-US" altLang="zh-TW" dirty="0"/>
            </a:p>
            <a:p>
              <a:pPr algn="ctr"/>
              <a:r>
                <a:rPr lang="en-US" altLang="zh-TW" dirty="0"/>
                <a:t>Order</a:t>
              </a:r>
            </a:p>
            <a:p>
              <a:pPr algn="ctr"/>
              <a:r>
                <a:rPr lang="en-US" altLang="zh-TW" dirty="0"/>
                <a:t>System</a:t>
              </a:r>
              <a:endParaRPr lang="zh-TW" altLang="en-US" dirty="0"/>
            </a:p>
          </p:txBody>
        </p:sp>
      </p:grpSp>
      <p:grpSp>
        <p:nvGrpSpPr>
          <p:cNvPr id="54" name="群組 53">
            <a:extLst>
              <a:ext uri="{FF2B5EF4-FFF2-40B4-BE49-F238E27FC236}">
                <a16:creationId xmlns:a16="http://schemas.microsoft.com/office/drawing/2014/main" id="{CC0BD870-FCE5-C328-D4D0-30A42E39F0A2}"/>
              </a:ext>
            </a:extLst>
          </p:cNvPr>
          <p:cNvGrpSpPr/>
          <p:nvPr/>
        </p:nvGrpSpPr>
        <p:grpSpPr>
          <a:xfrm>
            <a:off x="1404543" y="2866446"/>
            <a:ext cx="1116983" cy="663394"/>
            <a:chOff x="2180399" y="3034150"/>
            <a:chExt cx="1116983" cy="663394"/>
          </a:xfrm>
        </p:grpSpPr>
        <p:sp>
          <p:nvSpPr>
            <p:cNvPr id="47" name="矩形 46">
              <a:extLst>
                <a:ext uri="{FF2B5EF4-FFF2-40B4-BE49-F238E27FC236}">
                  <a16:creationId xmlns:a16="http://schemas.microsoft.com/office/drawing/2014/main" id="{A70C5CC0-C369-8A68-11C1-16E7FB2CD649}"/>
                </a:ext>
              </a:extLst>
            </p:cNvPr>
            <p:cNvSpPr/>
            <p:nvPr/>
          </p:nvSpPr>
          <p:spPr>
            <a:xfrm>
              <a:off x="2180399" y="3034150"/>
              <a:ext cx="1116983" cy="6633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文字方塊 49">
              <a:extLst>
                <a:ext uri="{FF2B5EF4-FFF2-40B4-BE49-F238E27FC236}">
                  <a16:creationId xmlns:a16="http://schemas.microsoft.com/office/drawing/2014/main" id="{4DA1B6C2-6AA6-ADB9-049F-5D87A79A107D}"/>
                </a:ext>
              </a:extLst>
            </p:cNvPr>
            <p:cNvSpPr txBox="1"/>
            <p:nvPr/>
          </p:nvSpPr>
          <p:spPr>
            <a:xfrm>
              <a:off x="2180399" y="3034150"/>
              <a:ext cx="1116982" cy="523220"/>
            </a:xfrm>
            <a:prstGeom prst="rect">
              <a:avLst/>
            </a:prstGeom>
            <a:noFill/>
          </p:spPr>
          <p:txBody>
            <a:bodyPr wrap="square" rtlCol="0">
              <a:spAutoFit/>
            </a:bodyPr>
            <a:lstStyle/>
            <a:p>
              <a:endParaRPr lang="en-US" altLang="zh-TW" dirty="0"/>
            </a:p>
            <a:p>
              <a:pPr algn="ctr"/>
              <a:r>
                <a:rPr lang="en-US" altLang="zh-TW" dirty="0"/>
                <a:t>Custom </a:t>
              </a:r>
              <a:endParaRPr lang="zh-TW" altLang="en-US" dirty="0"/>
            </a:p>
          </p:txBody>
        </p:sp>
      </p:grpSp>
      <p:cxnSp>
        <p:nvCxnSpPr>
          <p:cNvPr id="67" name="直線單箭頭接點 66">
            <a:extLst>
              <a:ext uri="{FF2B5EF4-FFF2-40B4-BE49-F238E27FC236}">
                <a16:creationId xmlns:a16="http://schemas.microsoft.com/office/drawing/2014/main" id="{FDDE1023-3261-C708-5EC6-769D9F02E501}"/>
              </a:ext>
            </a:extLst>
          </p:cNvPr>
          <p:cNvCxnSpPr>
            <a:cxnSpLocks/>
            <a:endCxn id="3" idx="1"/>
          </p:cNvCxnSpPr>
          <p:nvPr/>
        </p:nvCxnSpPr>
        <p:spPr>
          <a:xfrm flipV="1">
            <a:off x="2521525" y="3178202"/>
            <a:ext cx="1810944" cy="135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6194559C-F111-B278-54F4-58B6F5617C65}"/>
              </a:ext>
            </a:extLst>
          </p:cNvPr>
          <p:cNvCxnSpPr>
            <a:cxnSpLocks/>
          </p:cNvCxnSpPr>
          <p:nvPr/>
        </p:nvCxnSpPr>
        <p:spPr>
          <a:xfrm>
            <a:off x="5782578" y="3211694"/>
            <a:ext cx="14033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3" name="群組 72">
            <a:extLst>
              <a:ext uri="{FF2B5EF4-FFF2-40B4-BE49-F238E27FC236}">
                <a16:creationId xmlns:a16="http://schemas.microsoft.com/office/drawing/2014/main" id="{084DC9FC-ACF2-1EC9-A832-113BFC61724A}"/>
              </a:ext>
            </a:extLst>
          </p:cNvPr>
          <p:cNvGrpSpPr/>
          <p:nvPr/>
        </p:nvGrpSpPr>
        <p:grpSpPr>
          <a:xfrm>
            <a:off x="7185891" y="2713922"/>
            <a:ext cx="1450109" cy="942110"/>
            <a:chOff x="4332470" y="2727088"/>
            <a:chExt cx="1450109" cy="942110"/>
          </a:xfrm>
        </p:grpSpPr>
        <p:sp>
          <p:nvSpPr>
            <p:cNvPr id="74" name="矩形 73">
              <a:extLst>
                <a:ext uri="{FF2B5EF4-FFF2-40B4-BE49-F238E27FC236}">
                  <a16:creationId xmlns:a16="http://schemas.microsoft.com/office/drawing/2014/main" id="{56C78518-0B8D-238D-DCA3-4C9169830A5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文字方塊 74">
              <a:extLst>
                <a:ext uri="{FF2B5EF4-FFF2-40B4-BE49-F238E27FC236}">
                  <a16:creationId xmlns:a16="http://schemas.microsoft.com/office/drawing/2014/main" id="{3CE16E6E-5CD4-944B-F431-3B383AFFB3A8}"/>
                </a:ext>
              </a:extLst>
            </p:cNvPr>
            <p:cNvSpPr txBox="1"/>
            <p:nvPr/>
          </p:nvSpPr>
          <p:spPr>
            <a:xfrm>
              <a:off x="4332470" y="2727088"/>
              <a:ext cx="1450109" cy="738664"/>
            </a:xfrm>
            <a:prstGeom prst="rect">
              <a:avLst/>
            </a:prstGeom>
            <a:noFill/>
          </p:spPr>
          <p:txBody>
            <a:bodyPr wrap="square" rtlCol="0">
              <a:spAutoFit/>
            </a:bodyPr>
            <a:lstStyle/>
            <a:p>
              <a:endParaRPr lang="en-US" altLang="zh-TW" dirty="0"/>
            </a:p>
            <a:p>
              <a:pPr algn="ctr"/>
              <a:r>
                <a:rPr lang="en-US" altLang="zh-TW" dirty="0"/>
                <a:t>Order</a:t>
              </a:r>
            </a:p>
            <a:p>
              <a:pPr algn="ctr"/>
              <a:r>
                <a:rPr lang="en-US" altLang="zh-TW" dirty="0"/>
                <a:t>Queue</a:t>
              </a:r>
              <a:endParaRPr lang="zh-TW" altLang="en-US" dirty="0"/>
            </a:p>
          </p:txBody>
        </p:sp>
      </p:grpSp>
      <p:cxnSp>
        <p:nvCxnSpPr>
          <p:cNvPr id="78" name="直線單箭頭接點 77">
            <a:extLst>
              <a:ext uri="{FF2B5EF4-FFF2-40B4-BE49-F238E27FC236}">
                <a16:creationId xmlns:a16="http://schemas.microsoft.com/office/drawing/2014/main" id="{0DE61C9C-8B8E-734F-D783-5CE696B5EAF5}"/>
              </a:ext>
            </a:extLst>
          </p:cNvPr>
          <p:cNvCxnSpPr>
            <a:cxnSpLocks/>
          </p:cNvCxnSpPr>
          <p:nvPr/>
        </p:nvCxnSpPr>
        <p:spPr>
          <a:xfrm>
            <a:off x="8647521" y="3222988"/>
            <a:ext cx="11614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 name="群組 79">
            <a:extLst>
              <a:ext uri="{FF2B5EF4-FFF2-40B4-BE49-F238E27FC236}">
                <a16:creationId xmlns:a16="http://schemas.microsoft.com/office/drawing/2014/main" id="{83E4CA96-50E9-0577-8019-D7DAA9A1E06F}"/>
              </a:ext>
            </a:extLst>
          </p:cNvPr>
          <p:cNvGrpSpPr/>
          <p:nvPr/>
        </p:nvGrpSpPr>
        <p:grpSpPr>
          <a:xfrm>
            <a:off x="9809018" y="2707147"/>
            <a:ext cx="1461630" cy="942110"/>
            <a:chOff x="4332470" y="2727088"/>
            <a:chExt cx="1461630" cy="942110"/>
          </a:xfrm>
        </p:grpSpPr>
        <p:sp>
          <p:nvSpPr>
            <p:cNvPr id="81" name="矩形 80">
              <a:extLst>
                <a:ext uri="{FF2B5EF4-FFF2-40B4-BE49-F238E27FC236}">
                  <a16:creationId xmlns:a16="http://schemas.microsoft.com/office/drawing/2014/main" id="{C720FBB4-98FA-B04C-5414-D70E1509879E}"/>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536484A5-EF8A-BBAD-C280-7A7ABAF593BC}"/>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Kitchen</a:t>
              </a:r>
              <a:endParaRPr lang="zh-TW" altLang="en-US"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2B4B9C93-6C06-C701-F5C0-2D0346A34A92}"/>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A09ADBC7-52B0-4921-829B-3B8DFA21DCB1}"/>
              </a:ext>
            </a:extLst>
          </p:cNvPr>
          <p:cNvSpPr txBox="1">
            <a:spLocks noGrp="1"/>
          </p:cNvSpPr>
          <p:nvPr>
            <p:ph type="title"/>
          </p:nvPr>
        </p:nvSpPr>
        <p:spPr>
          <a:xfrm>
            <a:off x="646111" y="452718"/>
            <a:ext cx="3057671" cy="6879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廚房系統</a:t>
            </a:r>
            <a:endParaRPr dirty="0">
              <a:latin typeface="Microsoft JhengHei"/>
              <a:ea typeface="Microsoft JhengHei"/>
              <a:cs typeface="Microsoft JhengHei"/>
              <a:sym typeface="Microsoft JhengHei"/>
            </a:endParaRPr>
          </a:p>
        </p:txBody>
      </p:sp>
      <p:grpSp>
        <p:nvGrpSpPr>
          <p:cNvPr id="80" name="群組 79">
            <a:extLst>
              <a:ext uri="{FF2B5EF4-FFF2-40B4-BE49-F238E27FC236}">
                <a16:creationId xmlns:a16="http://schemas.microsoft.com/office/drawing/2014/main" id="{2B38A0F8-D149-42AD-8276-294D30785CD3}"/>
              </a:ext>
            </a:extLst>
          </p:cNvPr>
          <p:cNvGrpSpPr/>
          <p:nvPr/>
        </p:nvGrpSpPr>
        <p:grpSpPr>
          <a:xfrm>
            <a:off x="3332044" y="1046728"/>
            <a:ext cx="1461630" cy="942110"/>
            <a:chOff x="4332470" y="2727088"/>
            <a:chExt cx="1461630" cy="942110"/>
          </a:xfrm>
        </p:grpSpPr>
        <p:sp>
          <p:nvSpPr>
            <p:cNvPr id="81" name="矩形 80">
              <a:extLst>
                <a:ext uri="{FF2B5EF4-FFF2-40B4-BE49-F238E27FC236}">
                  <a16:creationId xmlns:a16="http://schemas.microsoft.com/office/drawing/2014/main" id="{B5C8BC4C-A3F5-C090-4A25-6067CFF869C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B1EAA5B6-C331-224B-609F-10A64BB0AECF}"/>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1</a:t>
              </a:r>
              <a:endParaRPr lang="zh-TW" altLang="en-US" dirty="0"/>
            </a:p>
          </p:txBody>
        </p:sp>
      </p:grpSp>
      <p:grpSp>
        <p:nvGrpSpPr>
          <p:cNvPr id="4" name="群組 3">
            <a:extLst>
              <a:ext uri="{FF2B5EF4-FFF2-40B4-BE49-F238E27FC236}">
                <a16:creationId xmlns:a16="http://schemas.microsoft.com/office/drawing/2014/main" id="{3C14D1DE-0043-62EE-4E8A-AC97D1EB3B47}"/>
              </a:ext>
            </a:extLst>
          </p:cNvPr>
          <p:cNvGrpSpPr/>
          <p:nvPr/>
        </p:nvGrpSpPr>
        <p:grpSpPr>
          <a:xfrm>
            <a:off x="900546" y="2850311"/>
            <a:ext cx="1461630" cy="942110"/>
            <a:chOff x="4332470" y="2727088"/>
            <a:chExt cx="1461630" cy="942110"/>
          </a:xfrm>
        </p:grpSpPr>
        <p:sp>
          <p:nvSpPr>
            <p:cNvPr id="5" name="矩形 4">
              <a:extLst>
                <a:ext uri="{FF2B5EF4-FFF2-40B4-BE49-F238E27FC236}">
                  <a16:creationId xmlns:a16="http://schemas.microsoft.com/office/drawing/2014/main" id="{1186BD24-0278-D888-E36B-EE8BCBD8D4D4}"/>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08BEE96F-E420-0487-4474-335B9E455B56}"/>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Kitchen</a:t>
              </a:r>
              <a:endParaRPr lang="zh-TW" altLang="en-US" dirty="0"/>
            </a:p>
          </p:txBody>
        </p:sp>
      </p:grpSp>
      <p:grpSp>
        <p:nvGrpSpPr>
          <p:cNvPr id="11" name="群組 10">
            <a:extLst>
              <a:ext uri="{FF2B5EF4-FFF2-40B4-BE49-F238E27FC236}">
                <a16:creationId xmlns:a16="http://schemas.microsoft.com/office/drawing/2014/main" id="{67DF5645-AF7E-12F9-793A-35B19820159C}"/>
              </a:ext>
            </a:extLst>
          </p:cNvPr>
          <p:cNvGrpSpPr/>
          <p:nvPr/>
        </p:nvGrpSpPr>
        <p:grpSpPr>
          <a:xfrm>
            <a:off x="3303242" y="4923415"/>
            <a:ext cx="1461630" cy="942110"/>
            <a:chOff x="4332470" y="2727088"/>
            <a:chExt cx="1461630" cy="942110"/>
          </a:xfrm>
        </p:grpSpPr>
        <p:sp>
          <p:nvSpPr>
            <p:cNvPr id="12" name="矩形 11">
              <a:extLst>
                <a:ext uri="{FF2B5EF4-FFF2-40B4-BE49-F238E27FC236}">
                  <a16:creationId xmlns:a16="http://schemas.microsoft.com/office/drawing/2014/main" id="{ACDB6AB3-CABB-2AE8-033F-D60328D8BDF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7FD53BE7-3123-8CAD-1FDE-08197369DB8F}"/>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3</a:t>
              </a:r>
              <a:endParaRPr lang="zh-TW" altLang="en-US" dirty="0"/>
            </a:p>
          </p:txBody>
        </p:sp>
      </p:grpSp>
      <p:grpSp>
        <p:nvGrpSpPr>
          <p:cNvPr id="14" name="群組 13">
            <a:extLst>
              <a:ext uri="{FF2B5EF4-FFF2-40B4-BE49-F238E27FC236}">
                <a16:creationId xmlns:a16="http://schemas.microsoft.com/office/drawing/2014/main" id="{5E77B39F-B85F-C34F-A23A-C2A9D163AD34}"/>
              </a:ext>
            </a:extLst>
          </p:cNvPr>
          <p:cNvGrpSpPr/>
          <p:nvPr/>
        </p:nvGrpSpPr>
        <p:grpSpPr>
          <a:xfrm>
            <a:off x="3332044" y="2864060"/>
            <a:ext cx="1461630" cy="942110"/>
            <a:chOff x="4332470" y="2727088"/>
            <a:chExt cx="1461630" cy="942110"/>
          </a:xfrm>
        </p:grpSpPr>
        <p:sp>
          <p:nvSpPr>
            <p:cNvPr id="15" name="矩形 14">
              <a:extLst>
                <a:ext uri="{FF2B5EF4-FFF2-40B4-BE49-F238E27FC236}">
                  <a16:creationId xmlns:a16="http://schemas.microsoft.com/office/drawing/2014/main" id="{ABABC70A-5D40-1465-8152-AEFBFAAFB657}"/>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5C648F99-87B2-1AB3-BA3C-32569082B811}"/>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2</a:t>
              </a:r>
              <a:endParaRPr lang="zh-TW" altLang="en-US" dirty="0"/>
            </a:p>
          </p:txBody>
        </p:sp>
      </p:grpSp>
      <p:cxnSp>
        <p:nvCxnSpPr>
          <p:cNvPr id="18" name="直線單箭頭接點 17">
            <a:extLst>
              <a:ext uri="{FF2B5EF4-FFF2-40B4-BE49-F238E27FC236}">
                <a16:creationId xmlns:a16="http://schemas.microsoft.com/office/drawing/2014/main" id="{9E9A67CA-D063-22EC-1058-CD8385A34425}"/>
              </a:ext>
            </a:extLst>
          </p:cNvPr>
          <p:cNvCxnSpPr>
            <a:cxnSpLocks/>
            <a:stCxn id="6" idx="3"/>
            <a:endCxn id="82" idx="1"/>
          </p:cNvCxnSpPr>
          <p:nvPr/>
        </p:nvCxnSpPr>
        <p:spPr>
          <a:xfrm flipV="1">
            <a:off x="2362176" y="1416060"/>
            <a:ext cx="981389" cy="18035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BC2726CC-D73D-0BCE-51BE-FE6DA9E28A54}"/>
              </a:ext>
            </a:extLst>
          </p:cNvPr>
          <p:cNvCxnSpPr>
            <a:cxnSpLocks/>
          </p:cNvCxnSpPr>
          <p:nvPr/>
        </p:nvCxnSpPr>
        <p:spPr>
          <a:xfrm>
            <a:off x="2380673" y="3353145"/>
            <a:ext cx="86357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5A641013-E10C-0041-9C64-09C1C102BD72}"/>
              </a:ext>
            </a:extLst>
          </p:cNvPr>
          <p:cNvCxnSpPr>
            <a:cxnSpLocks/>
          </p:cNvCxnSpPr>
          <p:nvPr/>
        </p:nvCxnSpPr>
        <p:spPr>
          <a:xfrm>
            <a:off x="2372603" y="3509750"/>
            <a:ext cx="913358" cy="19321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FB5B2FD0-52F4-2434-5ADC-98D90681AA70}"/>
              </a:ext>
            </a:extLst>
          </p:cNvPr>
          <p:cNvCxnSpPr>
            <a:cxnSpLocks/>
          </p:cNvCxnSpPr>
          <p:nvPr/>
        </p:nvCxnSpPr>
        <p:spPr>
          <a:xfrm>
            <a:off x="4816716" y="1568404"/>
            <a:ext cx="3231012" cy="14033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B61D0701-228F-EA4E-160F-ED6783FC0F1E}"/>
              </a:ext>
            </a:extLst>
          </p:cNvPr>
          <p:cNvCxnSpPr>
            <a:cxnSpLocks/>
          </p:cNvCxnSpPr>
          <p:nvPr/>
        </p:nvCxnSpPr>
        <p:spPr>
          <a:xfrm flipV="1">
            <a:off x="4793674" y="3806170"/>
            <a:ext cx="3265575" cy="16956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26477E59-623B-1228-8F5B-C432EF31C318}"/>
              </a:ext>
            </a:extLst>
          </p:cNvPr>
          <p:cNvCxnSpPr>
            <a:cxnSpLocks/>
            <a:stCxn id="15" idx="3"/>
            <a:endCxn id="46" idx="1"/>
          </p:cNvCxnSpPr>
          <p:nvPr/>
        </p:nvCxnSpPr>
        <p:spPr>
          <a:xfrm>
            <a:off x="4782153" y="3335115"/>
            <a:ext cx="3304717" cy="305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4" name="群組 43">
            <a:extLst>
              <a:ext uri="{FF2B5EF4-FFF2-40B4-BE49-F238E27FC236}">
                <a16:creationId xmlns:a16="http://schemas.microsoft.com/office/drawing/2014/main" id="{D52428DB-E7E1-9752-A337-A1FCBFDCB6C8}"/>
              </a:ext>
            </a:extLst>
          </p:cNvPr>
          <p:cNvGrpSpPr/>
          <p:nvPr/>
        </p:nvGrpSpPr>
        <p:grpSpPr>
          <a:xfrm>
            <a:off x="8059249" y="2724388"/>
            <a:ext cx="3504156" cy="1570724"/>
            <a:chOff x="4332470" y="2727088"/>
            <a:chExt cx="1461630" cy="942110"/>
          </a:xfrm>
        </p:grpSpPr>
        <p:sp>
          <p:nvSpPr>
            <p:cNvPr id="45" name="矩形 44">
              <a:extLst>
                <a:ext uri="{FF2B5EF4-FFF2-40B4-BE49-F238E27FC236}">
                  <a16:creationId xmlns:a16="http://schemas.microsoft.com/office/drawing/2014/main" id="{77552482-0CC0-31B0-DDA6-E38F9E7BABA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752C94D3-1B33-D032-9863-214CAB256623}"/>
                </a:ext>
              </a:extLst>
            </p:cNvPr>
            <p:cNvSpPr txBox="1"/>
            <p:nvPr/>
          </p:nvSpPr>
          <p:spPr>
            <a:xfrm>
              <a:off x="4343991" y="2834810"/>
              <a:ext cx="1450109" cy="553807"/>
            </a:xfrm>
            <a:prstGeom prst="rect">
              <a:avLst/>
            </a:prstGeom>
            <a:noFill/>
          </p:spPr>
          <p:txBody>
            <a:bodyPr wrap="square" rtlCol="0">
              <a:spAutoFit/>
            </a:bodyPr>
            <a:lstStyle/>
            <a:p>
              <a:endParaRPr lang="en-US" altLang="zh-TW" dirty="0"/>
            </a:p>
            <a:p>
              <a:pPr algn="ctr"/>
              <a:r>
                <a:rPr lang="en-US" altLang="zh-TW" sz="4000" dirty="0"/>
                <a:t>Workspace</a:t>
              </a:r>
              <a:endParaRPr lang="zh-TW" altLang="en-US" sz="4000" dirty="0"/>
            </a:p>
          </p:txBody>
        </p:sp>
      </p:grpSp>
    </p:spTree>
    <p:extLst>
      <p:ext uri="{BB962C8B-B14F-4D97-AF65-F5344CB8AC3E}">
        <p14:creationId xmlns:p14="http://schemas.microsoft.com/office/powerpoint/2010/main" val="26742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35751148-55C0-8CA9-2F90-7F03E41EBE74}"/>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1D9F36AF-22EF-4684-9974-8588034FE6C9}"/>
              </a:ext>
            </a:extLst>
          </p:cNvPr>
          <p:cNvSpPr txBox="1">
            <a:spLocks noGrp="1"/>
          </p:cNvSpPr>
          <p:nvPr>
            <p:ph type="title"/>
          </p:nvPr>
        </p:nvSpPr>
        <p:spPr>
          <a:xfrm>
            <a:off x="646112" y="452718"/>
            <a:ext cx="2259458" cy="7049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latin typeface="Microsoft JhengHei"/>
                <a:ea typeface="Microsoft JhengHei"/>
                <a:cs typeface="Microsoft JhengHei"/>
                <a:sym typeface="Microsoft JhengHei"/>
              </a:rPr>
              <a:t>GUI</a:t>
            </a:r>
            <a:r>
              <a:rPr lang="zh-TW" altLang="en-US" dirty="0">
                <a:latin typeface="Microsoft JhengHei"/>
                <a:ea typeface="Microsoft JhengHei"/>
                <a:cs typeface="Microsoft JhengHei"/>
                <a:sym typeface="Microsoft JhengHei"/>
              </a:rPr>
              <a:t>介面</a:t>
            </a:r>
            <a:endParaRPr dirty="0">
              <a:latin typeface="Microsoft JhengHei"/>
              <a:ea typeface="Microsoft JhengHei"/>
              <a:cs typeface="Microsoft JhengHei"/>
              <a:sym typeface="Microsoft JhengHei"/>
            </a:endParaRPr>
          </a:p>
        </p:txBody>
      </p:sp>
      <p:grpSp>
        <p:nvGrpSpPr>
          <p:cNvPr id="41" name="群組 40">
            <a:extLst>
              <a:ext uri="{FF2B5EF4-FFF2-40B4-BE49-F238E27FC236}">
                <a16:creationId xmlns:a16="http://schemas.microsoft.com/office/drawing/2014/main" id="{B2854BB4-F06C-9B60-077C-102E21364C0C}"/>
              </a:ext>
            </a:extLst>
          </p:cNvPr>
          <p:cNvGrpSpPr/>
          <p:nvPr/>
        </p:nvGrpSpPr>
        <p:grpSpPr>
          <a:xfrm>
            <a:off x="1433915" y="4858128"/>
            <a:ext cx="1450109" cy="1169551"/>
            <a:chOff x="4332470" y="2679039"/>
            <a:chExt cx="1450109" cy="1169551"/>
          </a:xfrm>
        </p:grpSpPr>
        <p:sp>
          <p:nvSpPr>
            <p:cNvPr id="42" name="矩形 41">
              <a:extLst>
                <a:ext uri="{FF2B5EF4-FFF2-40B4-BE49-F238E27FC236}">
                  <a16:creationId xmlns:a16="http://schemas.microsoft.com/office/drawing/2014/main" id="{B8BAA6DC-38EB-F8EC-A7F7-009CBB45FA8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文字方塊 42">
              <a:extLst>
                <a:ext uri="{FF2B5EF4-FFF2-40B4-BE49-F238E27FC236}">
                  <a16:creationId xmlns:a16="http://schemas.microsoft.com/office/drawing/2014/main" id="{0BF6B275-1B5C-622A-B228-B3CE8EF82332}"/>
                </a:ext>
              </a:extLst>
            </p:cNvPr>
            <p:cNvSpPr txBox="1"/>
            <p:nvPr/>
          </p:nvSpPr>
          <p:spPr>
            <a:xfrm>
              <a:off x="4332470" y="2679039"/>
              <a:ext cx="1450109" cy="1169551"/>
            </a:xfrm>
            <a:prstGeom prst="rect">
              <a:avLst/>
            </a:prstGeom>
            <a:noFill/>
          </p:spPr>
          <p:txBody>
            <a:bodyPr wrap="square" rtlCol="0">
              <a:spAutoFit/>
            </a:bodyPr>
            <a:lstStyle/>
            <a:p>
              <a:endParaRPr lang="en-US" altLang="zh-TW" dirty="0"/>
            </a:p>
            <a:p>
              <a:pPr algn="ctr"/>
              <a:r>
                <a:rPr lang="en-US" altLang="zh-TW" dirty="0"/>
                <a:t>Refrigerator</a:t>
              </a:r>
            </a:p>
            <a:p>
              <a:pPr algn="ctr"/>
              <a:endParaRPr lang="en-US" altLang="zh-TW" dirty="0"/>
            </a:p>
            <a:p>
              <a:pPr algn="ctr"/>
              <a:r>
                <a:rPr lang="en-US" altLang="zh-TW" dirty="0"/>
                <a:t>1 workspace</a:t>
              </a:r>
            </a:p>
            <a:p>
              <a:pPr algn="ctr"/>
              <a:endParaRPr lang="zh-TW" altLang="en-US" dirty="0"/>
            </a:p>
          </p:txBody>
        </p:sp>
      </p:grpSp>
      <p:grpSp>
        <p:nvGrpSpPr>
          <p:cNvPr id="44" name="群組 43">
            <a:extLst>
              <a:ext uri="{FF2B5EF4-FFF2-40B4-BE49-F238E27FC236}">
                <a16:creationId xmlns:a16="http://schemas.microsoft.com/office/drawing/2014/main" id="{8AC75EB6-7C59-B709-2CF4-B385A433A64C}"/>
              </a:ext>
            </a:extLst>
          </p:cNvPr>
          <p:cNvGrpSpPr/>
          <p:nvPr/>
        </p:nvGrpSpPr>
        <p:grpSpPr>
          <a:xfrm>
            <a:off x="1445436" y="1457498"/>
            <a:ext cx="1450109" cy="989117"/>
            <a:chOff x="4332470" y="2680081"/>
            <a:chExt cx="1450109" cy="989117"/>
          </a:xfrm>
        </p:grpSpPr>
        <p:sp>
          <p:nvSpPr>
            <p:cNvPr id="45" name="矩形 44">
              <a:extLst>
                <a:ext uri="{FF2B5EF4-FFF2-40B4-BE49-F238E27FC236}">
                  <a16:creationId xmlns:a16="http://schemas.microsoft.com/office/drawing/2014/main" id="{4C4A6608-912C-F32D-492C-8554ECFCCE0C}"/>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4AD501AB-36C8-6F0E-8F00-1CC5C4288632}"/>
                </a:ext>
              </a:extLst>
            </p:cNvPr>
            <p:cNvSpPr txBox="1"/>
            <p:nvPr/>
          </p:nvSpPr>
          <p:spPr>
            <a:xfrm>
              <a:off x="4332470" y="2680081"/>
              <a:ext cx="1450109" cy="954107"/>
            </a:xfrm>
            <a:prstGeom prst="rect">
              <a:avLst/>
            </a:prstGeom>
            <a:noFill/>
          </p:spPr>
          <p:txBody>
            <a:bodyPr wrap="square" rtlCol="0">
              <a:spAutoFit/>
            </a:bodyPr>
            <a:lstStyle/>
            <a:p>
              <a:endParaRPr lang="en-US" altLang="zh-TW" dirty="0"/>
            </a:p>
            <a:p>
              <a:pPr algn="ctr"/>
              <a:r>
                <a:rPr lang="en-US" altLang="zh-TW" dirty="0"/>
                <a:t>Sink</a:t>
              </a:r>
            </a:p>
            <a:p>
              <a:pPr algn="ctr"/>
              <a:endParaRPr lang="en-US" altLang="zh-TW" dirty="0"/>
            </a:p>
            <a:p>
              <a:pPr algn="ctr"/>
              <a:r>
                <a:rPr lang="en-US" altLang="zh-TW" dirty="0"/>
                <a:t>1 workspace</a:t>
              </a:r>
              <a:endParaRPr lang="zh-TW" altLang="en-US" dirty="0"/>
            </a:p>
          </p:txBody>
        </p:sp>
      </p:grpSp>
      <p:grpSp>
        <p:nvGrpSpPr>
          <p:cNvPr id="55" name="群組 54">
            <a:extLst>
              <a:ext uri="{FF2B5EF4-FFF2-40B4-BE49-F238E27FC236}">
                <a16:creationId xmlns:a16="http://schemas.microsoft.com/office/drawing/2014/main" id="{7DE715AF-FE65-385A-3709-7BC5445427F0}"/>
              </a:ext>
            </a:extLst>
          </p:cNvPr>
          <p:cNvGrpSpPr/>
          <p:nvPr/>
        </p:nvGrpSpPr>
        <p:grpSpPr>
          <a:xfrm>
            <a:off x="5864200" y="1504271"/>
            <a:ext cx="1450109" cy="4355948"/>
            <a:chOff x="4332470" y="2727088"/>
            <a:chExt cx="1450109" cy="942110"/>
          </a:xfrm>
        </p:grpSpPr>
        <p:sp>
          <p:nvSpPr>
            <p:cNvPr id="58" name="矩形 57">
              <a:extLst>
                <a:ext uri="{FF2B5EF4-FFF2-40B4-BE49-F238E27FC236}">
                  <a16:creationId xmlns:a16="http://schemas.microsoft.com/office/drawing/2014/main" id="{E0E9CBD8-4C62-81B0-0503-7CA1CBB99410}"/>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391E3E3F-8D18-9279-0B5E-858213CDA722}"/>
                </a:ext>
              </a:extLst>
            </p:cNvPr>
            <p:cNvSpPr txBox="1"/>
            <p:nvPr/>
          </p:nvSpPr>
          <p:spPr>
            <a:xfrm>
              <a:off x="4332470" y="3076888"/>
              <a:ext cx="1450109" cy="206355"/>
            </a:xfrm>
            <a:prstGeom prst="rect">
              <a:avLst/>
            </a:prstGeom>
            <a:noFill/>
          </p:spPr>
          <p:txBody>
            <a:bodyPr wrap="square" rtlCol="0">
              <a:spAutoFit/>
            </a:bodyPr>
            <a:lstStyle/>
            <a:p>
              <a:endParaRPr lang="en-US" altLang="zh-TW" dirty="0"/>
            </a:p>
            <a:p>
              <a:pPr algn="ctr"/>
              <a:r>
                <a:rPr lang="en-US" altLang="zh-TW" dirty="0"/>
                <a:t>Delivery Area</a:t>
              </a:r>
            </a:p>
            <a:p>
              <a:pPr algn="ctr"/>
              <a:endParaRPr lang="en-US" altLang="zh-TW" dirty="0"/>
            </a:p>
            <a:p>
              <a:pPr algn="ctr"/>
              <a:r>
                <a:rPr lang="en-US" altLang="zh-TW" dirty="0"/>
                <a:t>3 workspace</a:t>
              </a:r>
              <a:endParaRPr lang="zh-TW" altLang="en-US" dirty="0"/>
            </a:p>
          </p:txBody>
        </p:sp>
      </p:grpSp>
      <p:grpSp>
        <p:nvGrpSpPr>
          <p:cNvPr id="61" name="群組 60">
            <a:extLst>
              <a:ext uri="{FF2B5EF4-FFF2-40B4-BE49-F238E27FC236}">
                <a16:creationId xmlns:a16="http://schemas.microsoft.com/office/drawing/2014/main" id="{590B1006-7B90-7759-717C-47C3A94DA85A}"/>
              </a:ext>
            </a:extLst>
          </p:cNvPr>
          <p:cNvGrpSpPr/>
          <p:nvPr/>
        </p:nvGrpSpPr>
        <p:grpSpPr>
          <a:xfrm>
            <a:off x="1433916" y="3053787"/>
            <a:ext cx="1461630" cy="1009931"/>
            <a:chOff x="4332470" y="2659267"/>
            <a:chExt cx="1461630" cy="1009931"/>
          </a:xfrm>
        </p:grpSpPr>
        <p:sp>
          <p:nvSpPr>
            <p:cNvPr id="62" name="矩形 61">
              <a:extLst>
                <a:ext uri="{FF2B5EF4-FFF2-40B4-BE49-F238E27FC236}">
                  <a16:creationId xmlns:a16="http://schemas.microsoft.com/office/drawing/2014/main" id="{0F0D5FB7-6B2F-E967-1A49-16CAEAA28E67}"/>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EC6230E5-C948-17F8-A281-54FE5CFB5E2C}"/>
                </a:ext>
              </a:extLst>
            </p:cNvPr>
            <p:cNvSpPr txBox="1"/>
            <p:nvPr/>
          </p:nvSpPr>
          <p:spPr>
            <a:xfrm>
              <a:off x="4343991" y="2659267"/>
              <a:ext cx="1450109" cy="954107"/>
            </a:xfrm>
            <a:prstGeom prst="rect">
              <a:avLst/>
            </a:prstGeom>
            <a:noFill/>
          </p:spPr>
          <p:txBody>
            <a:bodyPr wrap="square" rtlCol="0">
              <a:spAutoFit/>
            </a:bodyPr>
            <a:lstStyle/>
            <a:p>
              <a:endParaRPr lang="en-US" altLang="zh-TW" dirty="0"/>
            </a:p>
            <a:p>
              <a:pPr algn="ctr"/>
              <a:r>
                <a:rPr lang="en-US" altLang="zh-TW" dirty="0"/>
                <a:t>Cutting Board</a:t>
              </a:r>
            </a:p>
            <a:p>
              <a:pPr algn="ctr"/>
              <a:endParaRPr lang="en-US" altLang="zh-TW" dirty="0"/>
            </a:p>
            <a:p>
              <a:pPr algn="ctr"/>
              <a:r>
                <a:rPr lang="en-US" altLang="zh-TW" dirty="0"/>
                <a:t>2 workspace</a:t>
              </a:r>
              <a:endParaRPr lang="zh-TW" altLang="en-US" dirty="0"/>
            </a:p>
          </p:txBody>
        </p:sp>
      </p:grpSp>
      <p:grpSp>
        <p:nvGrpSpPr>
          <p:cNvPr id="86" name="群組 85">
            <a:extLst>
              <a:ext uri="{FF2B5EF4-FFF2-40B4-BE49-F238E27FC236}">
                <a16:creationId xmlns:a16="http://schemas.microsoft.com/office/drawing/2014/main" id="{533E1FA4-29AD-7FA7-3EA5-079A65D53AF9}"/>
              </a:ext>
            </a:extLst>
          </p:cNvPr>
          <p:cNvGrpSpPr/>
          <p:nvPr/>
        </p:nvGrpSpPr>
        <p:grpSpPr>
          <a:xfrm>
            <a:off x="3559467" y="4870060"/>
            <a:ext cx="1803830" cy="990159"/>
            <a:chOff x="4332470" y="2668084"/>
            <a:chExt cx="1458424" cy="1001114"/>
          </a:xfrm>
        </p:grpSpPr>
        <p:sp>
          <p:nvSpPr>
            <p:cNvPr id="87" name="矩形 86">
              <a:extLst>
                <a:ext uri="{FF2B5EF4-FFF2-40B4-BE49-F238E27FC236}">
                  <a16:creationId xmlns:a16="http://schemas.microsoft.com/office/drawing/2014/main" id="{16BBFF2F-A8BC-672C-AB9A-A060AC55DE0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文字方塊 87">
              <a:extLst>
                <a:ext uri="{FF2B5EF4-FFF2-40B4-BE49-F238E27FC236}">
                  <a16:creationId xmlns:a16="http://schemas.microsoft.com/office/drawing/2014/main" id="{36D5F1A8-1FF3-46B9-15CD-6AAB2E29AEA1}"/>
                </a:ext>
              </a:extLst>
            </p:cNvPr>
            <p:cNvSpPr txBox="1"/>
            <p:nvPr/>
          </p:nvSpPr>
          <p:spPr>
            <a:xfrm>
              <a:off x="4340785" y="2668084"/>
              <a:ext cx="1450109" cy="954107"/>
            </a:xfrm>
            <a:prstGeom prst="rect">
              <a:avLst/>
            </a:prstGeom>
            <a:noFill/>
          </p:spPr>
          <p:txBody>
            <a:bodyPr wrap="square" rtlCol="0">
              <a:spAutoFit/>
            </a:bodyPr>
            <a:lstStyle/>
            <a:p>
              <a:endParaRPr lang="en-US" altLang="zh-TW" dirty="0"/>
            </a:p>
            <a:p>
              <a:pPr algn="ctr"/>
              <a:r>
                <a:rPr lang="en-US" altLang="zh-TW" dirty="0"/>
                <a:t>Stove</a:t>
              </a:r>
            </a:p>
            <a:p>
              <a:pPr algn="ctr"/>
              <a:endParaRPr lang="en-US" altLang="zh-TW" dirty="0"/>
            </a:p>
            <a:p>
              <a:pPr algn="ctr"/>
              <a:r>
                <a:rPr lang="en-US" altLang="zh-TW" dirty="0"/>
                <a:t>1 workspace</a:t>
              </a:r>
            </a:p>
          </p:txBody>
        </p:sp>
      </p:grpSp>
      <p:grpSp>
        <p:nvGrpSpPr>
          <p:cNvPr id="89" name="群組 88">
            <a:extLst>
              <a:ext uri="{FF2B5EF4-FFF2-40B4-BE49-F238E27FC236}">
                <a16:creationId xmlns:a16="http://schemas.microsoft.com/office/drawing/2014/main" id="{75BE7505-8AE0-570D-8A68-D236F9898D8A}"/>
              </a:ext>
            </a:extLst>
          </p:cNvPr>
          <p:cNvGrpSpPr/>
          <p:nvPr/>
        </p:nvGrpSpPr>
        <p:grpSpPr>
          <a:xfrm>
            <a:off x="3624697" y="1516885"/>
            <a:ext cx="1489162" cy="942110"/>
            <a:chOff x="4332470" y="2727088"/>
            <a:chExt cx="1489162" cy="942110"/>
          </a:xfrm>
        </p:grpSpPr>
        <p:sp>
          <p:nvSpPr>
            <p:cNvPr id="90" name="矩形 89">
              <a:extLst>
                <a:ext uri="{FF2B5EF4-FFF2-40B4-BE49-F238E27FC236}">
                  <a16:creationId xmlns:a16="http://schemas.microsoft.com/office/drawing/2014/main" id="{26F43FF4-72D9-9E85-4C27-E2795AEC0C3C}"/>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文字方塊 90">
              <a:extLst>
                <a:ext uri="{FF2B5EF4-FFF2-40B4-BE49-F238E27FC236}">
                  <a16:creationId xmlns:a16="http://schemas.microsoft.com/office/drawing/2014/main" id="{089122F5-0822-C192-BB14-08EA97A793BC}"/>
                </a:ext>
              </a:extLst>
            </p:cNvPr>
            <p:cNvSpPr txBox="1"/>
            <p:nvPr/>
          </p:nvSpPr>
          <p:spPr>
            <a:xfrm>
              <a:off x="4371523" y="2827087"/>
              <a:ext cx="1450109" cy="523220"/>
            </a:xfrm>
            <a:prstGeom prst="rect">
              <a:avLst/>
            </a:prstGeom>
            <a:noFill/>
          </p:spPr>
          <p:txBody>
            <a:bodyPr wrap="square" rtlCol="0">
              <a:spAutoFit/>
            </a:bodyPr>
            <a:lstStyle/>
            <a:p>
              <a:endParaRPr lang="en-US" altLang="zh-TW" dirty="0"/>
            </a:p>
            <a:p>
              <a:pPr algn="ctr"/>
              <a:r>
                <a:rPr lang="en-US" altLang="zh-TW" dirty="0"/>
                <a:t>Recycling Area</a:t>
              </a:r>
              <a:endParaRPr lang="zh-TW" altLang="en-US" dirty="0"/>
            </a:p>
          </p:txBody>
        </p:sp>
      </p:grpSp>
      <p:sp>
        <p:nvSpPr>
          <p:cNvPr id="4" name="文字方塊 3">
            <a:extLst>
              <a:ext uri="{FF2B5EF4-FFF2-40B4-BE49-F238E27FC236}">
                <a16:creationId xmlns:a16="http://schemas.microsoft.com/office/drawing/2014/main" id="{F109D884-6B87-8B85-5E37-AC24E386E472}"/>
              </a:ext>
            </a:extLst>
          </p:cNvPr>
          <p:cNvSpPr txBox="1"/>
          <p:nvPr/>
        </p:nvSpPr>
        <p:spPr>
          <a:xfrm>
            <a:off x="7904840" y="1309454"/>
            <a:ext cx="4287160" cy="4924425"/>
          </a:xfrm>
          <a:prstGeom prst="rect">
            <a:avLst/>
          </a:prstGeom>
          <a:noFill/>
        </p:spPr>
        <p:txBody>
          <a:bodyPr wrap="square" rtlCol="0">
            <a:spAutoFit/>
          </a:bodyPr>
          <a:lstStyle/>
          <a:p>
            <a:r>
              <a:rPr lang="zh-TW" altLang="en-US" sz="2000" dirty="0">
                <a:latin typeface="標楷體" panose="03000509000000000000" pitchFamily="65" charset="-120"/>
                <a:ea typeface="標楷體" panose="03000509000000000000" pitchFamily="65" charset="-120"/>
              </a:rPr>
              <a:t>食材：</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白飯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海苔</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菜單：</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小黃瓜手卷：小黃瓜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醋飯</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生魚片：魚</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魚肉手捲：魚</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黃瓜沙拉：小黃瓜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蕃茄黃瓜沙拉：番茄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zh-TW" altLang="en-US" dirty="0">
              <a:latin typeface="標楷體" panose="03000509000000000000" pitchFamily="65" charset="-120"/>
              <a:ea typeface="標楷體" panose="03000509000000000000" pitchFamily="65" charset="-120"/>
            </a:endParaRPr>
          </a:p>
        </p:txBody>
      </p:sp>
      <p:sp>
        <p:nvSpPr>
          <p:cNvPr id="5" name="橢圓 4">
            <a:extLst>
              <a:ext uri="{FF2B5EF4-FFF2-40B4-BE49-F238E27FC236}">
                <a16:creationId xmlns:a16="http://schemas.microsoft.com/office/drawing/2014/main" id="{428EBF0F-0B72-68D7-67EC-59B45C423B26}"/>
              </a:ext>
            </a:extLst>
          </p:cNvPr>
          <p:cNvSpPr/>
          <p:nvPr/>
        </p:nvSpPr>
        <p:spPr>
          <a:xfrm>
            <a:off x="3980873" y="3429000"/>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94346457-5D1A-B966-7339-0C67CC0C8B5F}"/>
              </a:ext>
            </a:extLst>
          </p:cNvPr>
          <p:cNvSpPr/>
          <p:nvPr/>
        </p:nvSpPr>
        <p:spPr>
          <a:xfrm>
            <a:off x="4400783" y="3428999"/>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4B0E9BB8-5DB1-ADB0-8C44-8F2E035497E2}"/>
              </a:ext>
            </a:extLst>
          </p:cNvPr>
          <p:cNvSpPr/>
          <p:nvPr/>
        </p:nvSpPr>
        <p:spPr>
          <a:xfrm>
            <a:off x="4787723" y="3435691"/>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A6CAAFF-383F-C814-22C8-642D0210B064}"/>
              </a:ext>
            </a:extLst>
          </p:cNvPr>
          <p:cNvSpPr/>
          <p:nvPr/>
        </p:nvSpPr>
        <p:spPr>
          <a:xfrm>
            <a:off x="3786909" y="3186545"/>
            <a:ext cx="1326950" cy="5613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43E1C19-B41B-66B7-CA8E-05662D4B8B02}"/>
              </a:ext>
            </a:extLst>
          </p:cNvPr>
          <p:cNvSpPr txBox="1"/>
          <p:nvPr/>
        </p:nvSpPr>
        <p:spPr>
          <a:xfrm>
            <a:off x="3786909" y="2854036"/>
            <a:ext cx="1326950" cy="313725"/>
          </a:xfrm>
          <a:prstGeom prst="rect">
            <a:avLst/>
          </a:prstGeom>
          <a:noFill/>
        </p:spPr>
        <p:txBody>
          <a:bodyPr wrap="square" rtlCol="0">
            <a:spAutoFit/>
          </a:bodyPr>
          <a:lstStyle/>
          <a:p>
            <a:pPr algn="ctr"/>
            <a:r>
              <a:rPr lang="en-US" altLang="zh-TW" dirty="0">
                <a:solidFill>
                  <a:srgbClr val="FF0000"/>
                </a:solidFill>
              </a:rPr>
              <a:t>Initial Area</a:t>
            </a:r>
            <a:endParaRPr lang="zh-TW" altLang="en-US" dirty="0">
              <a:solidFill>
                <a:srgbClr val="FF0000"/>
              </a:solidFill>
            </a:endParaRPr>
          </a:p>
        </p:txBody>
      </p:sp>
      <p:cxnSp>
        <p:nvCxnSpPr>
          <p:cNvPr id="15" name="直線單箭頭接點 14">
            <a:extLst>
              <a:ext uri="{FF2B5EF4-FFF2-40B4-BE49-F238E27FC236}">
                <a16:creationId xmlns:a16="http://schemas.microsoft.com/office/drawing/2014/main" id="{3F90D04E-68DE-90F3-FAE4-B9455E6D8925}"/>
              </a:ext>
            </a:extLst>
          </p:cNvPr>
          <p:cNvCxnSpPr>
            <a:cxnSpLocks/>
          </p:cNvCxnSpPr>
          <p:nvPr/>
        </p:nvCxnSpPr>
        <p:spPr>
          <a:xfrm flipH="1">
            <a:off x="2905570" y="1987940"/>
            <a:ext cx="6881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7A422E9-41F4-BC8C-9CB0-6A891B53B59E}"/>
              </a:ext>
            </a:extLst>
          </p:cNvPr>
          <p:cNvSpPr txBox="1"/>
          <p:nvPr/>
        </p:nvSpPr>
        <p:spPr>
          <a:xfrm>
            <a:off x="2977238" y="1616884"/>
            <a:ext cx="653897" cy="738664"/>
          </a:xfrm>
          <a:prstGeom prst="rect">
            <a:avLst/>
          </a:prstGeom>
          <a:noFill/>
        </p:spPr>
        <p:txBody>
          <a:bodyPr wrap="square" rtlCol="0">
            <a:spAutoFit/>
          </a:bodyPr>
          <a:lstStyle/>
          <a:p>
            <a:pPr algn="ctr"/>
            <a:r>
              <a:rPr lang="en-US" altLang="zh-TW" dirty="0"/>
              <a:t>Wash</a:t>
            </a:r>
          </a:p>
          <a:p>
            <a:endParaRPr lang="en-US" altLang="zh-TW" dirty="0"/>
          </a:p>
          <a:p>
            <a:pPr algn="ctr"/>
            <a:r>
              <a:rPr lang="en-US" altLang="zh-TW" dirty="0"/>
              <a:t>Dish</a:t>
            </a:r>
            <a:endParaRPr lang="zh-TW" altLang="en-US" dirty="0"/>
          </a:p>
        </p:txBody>
      </p:sp>
      <p:cxnSp>
        <p:nvCxnSpPr>
          <p:cNvPr id="19" name="直線單箭頭接點 18">
            <a:extLst>
              <a:ext uri="{FF2B5EF4-FFF2-40B4-BE49-F238E27FC236}">
                <a16:creationId xmlns:a16="http://schemas.microsoft.com/office/drawing/2014/main" id="{B1FD342F-3422-3A66-7C12-7842DA7A9CD3}"/>
              </a:ext>
            </a:extLst>
          </p:cNvPr>
          <p:cNvCxnSpPr>
            <a:cxnSpLocks/>
            <a:stCxn id="43" idx="0"/>
          </p:cNvCxnSpPr>
          <p:nvPr/>
        </p:nvCxnSpPr>
        <p:spPr>
          <a:xfrm flipV="1">
            <a:off x="2158970" y="4119564"/>
            <a:ext cx="1" cy="73856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8F35AFB-7DEA-C643-1D4D-691CBC6254CB}"/>
              </a:ext>
            </a:extLst>
          </p:cNvPr>
          <p:cNvCxnSpPr>
            <a:cxnSpLocks/>
          </p:cNvCxnSpPr>
          <p:nvPr/>
        </p:nvCxnSpPr>
        <p:spPr>
          <a:xfrm>
            <a:off x="2953378" y="5394318"/>
            <a:ext cx="592513" cy="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E39509BD-37DE-9F5B-60B7-45E36DC08E3A}"/>
              </a:ext>
            </a:extLst>
          </p:cNvPr>
          <p:cNvSpPr txBox="1"/>
          <p:nvPr/>
        </p:nvSpPr>
        <p:spPr>
          <a:xfrm>
            <a:off x="2214074" y="4397280"/>
            <a:ext cx="1468581" cy="307777"/>
          </a:xfrm>
          <a:prstGeom prst="rect">
            <a:avLst/>
          </a:prstGeom>
          <a:noFill/>
        </p:spPr>
        <p:txBody>
          <a:bodyPr wrap="square" rtlCol="0">
            <a:spAutoFit/>
          </a:bodyPr>
          <a:lstStyle/>
          <a:p>
            <a:r>
              <a:rPr lang="en-US" altLang="zh-TW" dirty="0">
                <a:solidFill>
                  <a:srgbClr val="FFC000"/>
                </a:solidFill>
              </a:rPr>
              <a:t>Get</a:t>
            </a:r>
            <a:r>
              <a:rPr lang="en-US" altLang="zh-TW" dirty="0"/>
              <a:t> </a:t>
            </a:r>
            <a:r>
              <a:rPr lang="en-US" altLang="zh-TW" dirty="0">
                <a:solidFill>
                  <a:srgbClr val="FFC000"/>
                </a:solidFill>
              </a:rPr>
              <a:t>Ingredients</a:t>
            </a:r>
            <a:endParaRPr lang="zh-TW" altLang="en-US" dirty="0">
              <a:solidFill>
                <a:srgbClr val="FFC000"/>
              </a:solidFill>
            </a:endParaRPr>
          </a:p>
        </p:txBody>
      </p:sp>
      <p:cxnSp>
        <p:nvCxnSpPr>
          <p:cNvPr id="50" name="接點: 肘形 49">
            <a:extLst>
              <a:ext uri="{FF2B5EF4-FFF2-40B4-BE49-F238E27FC236}">
                <a16:creationId xmlns:a16="http://schemas.microsoft.com/office/drawing/2014/main" id="{EBF0B936-8FAD-A31C-CFA5-D007A7728BA4}"/>
              </a:ext>
            </a:extLst>
          </p:cNvPr>
          <p:cNvCxnSpPr>
            <a:cxnSpLocks/>
          </p:cNvCxnSpPr>
          <p:nvPr/>
        </p:nvCxnSpPr>
        <p:spPr>
          <a:xfrm flipV="1">
            <a:off x="2895545" y="2710383"/>
            <a:ext cx="2980176" cy="643619"/>
          </a:xfrm>
          <a:prstGeom prst="bentConnector3">
            <a:avLst>
              <a:gd name="adj1" fmla="val 18387"/>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4DD6E4D9-06AC-5566-1ACB-EDE4185041CA}"/>
              </a:ext>
            </a:extLst>
          </p:cNvPr>
          <p:cNvCxnSpPr>
            <a:cxnSpLocks/>
          </p:cNvCxnSpPr>
          <p:nvPr/>
        </p:nvCxnSpPr>
        <p:spPr>
          <a:xfrm flipV="1">
            <a:off x="4466524" y="4218008"/>
            <a:ext cx="1397676" cy="710410"/>
          </a:xfrm>
          <a:prstGeom prst="bentConnector3">
            <a:avLst>
              <a:gd name="adj1" fmla="val -1545"/>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51A216CA-ABA9-F723-7485-CCB25CAE9A33}"/>
              </a:ext>
            </a:extLst>
          </p:cNvPr>
          <p:cNvSpPr txBox="1"/>
          <p:nvPr/>
        </p:nvSpPr>
        <p:spPr>
          <a:xfrm>
            <a:off x="4729275" y="3879273"/>
            <a:ext cx="1048671" cy="307777"/>
          </a:xfrm>
          <a:prstGeom prst="rect">
            <a:avLst/>
          </a:prstGeom>
          <a:noFill/>
        </p:spPr>
        <p:txBody>
          <a:bodyPr wrap="square" rtlCol="0">
            <a:spAutoFit/>
          </a:bodyPr>
          <a:lstStyle/>
          <a:p>
            <a:r>
              <a:rPr lang="en-US" altLang="zh-TW" dirty="0">
                <a:solidFill>
                  <a:srgbClr val="92D050"/>
                </a:solidFill>
              </a:rPr>
              <a:t>Complete</a:t>
            </a:r>
            <a:endParaRPr lang="zh-TW" altLang="en-US" dirty="0">
              <a:solidFill>
                <a:srgbClr val="92D050"/>
              </a:solidFill>
            </a:endParaRPr>
          </a:p>
        </p:txBody>
      </p:sp>
    </p:spTree>
    <p:extLst>
      <p:ext uri="{BB962C8B-B14F-4D97-AF65-F5344CB8AC3E}">
        <p14:creationId xmlns:p14="http://schemas.microsoft.com/office/powerpoint/2010/main" val="2921001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E206A1B3-3813-DFD7-2A89-2C7DF00EDB0A}"/>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8D0CFCCD-ACFF-D600-E594-CA4E449177D7}"/>
              </a:ext>
            </a:extLst>
          </p:cNvPr>
          <p:cNvSpPr txBox="1">
            <a:spLocks noGrp="1"/>
          </p:cNvSpPr>
          <p:nvPr>
            <p:ph type="title"/>
          </p:nvPr>
        </p:nvSpPr>
        <p:spPr>
          <a:xfrm>
            <a:off x="646112" y="452718"/>
            <a:ext cx="2259458" cy="7049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菜單</a:t>
            </a:r>
            <a:endParaRPr dirty="0">
              <a:latin typeface="Microsoft JhengHei"/>
              <a:ea typeface="Microsoft JhengHei"/>
              <a:cs typeface="Microsoft JhengHei"/>
              <a:sym typeface="Microsoft JhengHei"/>
            </a:endParaRPr>
          </a:p>
        </p:txBody>
      </p:sp>
      <p:sp>
        <p:nvSpPr>
          <p:cNvPr id="2" name="文字方塊 1">
            <a:extLst>
              <a:ext uri="{FF2B5EF4-FFF2-40B4-BE49-F238E27FC236}">
                <a16:creationId xmlns:a16="http://schemas.microsoft.com/office/drawing/2014/main" id="{534AF417-0863-92C8-D730-1BB5ABBB0368}"/>
              </a:ext>
            </a:extLst>
          </p:cNvPr>
          <p:cNvSpPr txBox="1"/>
          <p:nvPr/>
        </p:nvSpPr>
        <p:spPr>
          <a:xfrm>
            <a:off x="761989" y="1480857"/>
            <a:ext cx="4170229" cy="2769989"/>
          </a:xfrm>
          <a:prstGeom prst="rect">
            <a:avLst/>
          </a:prstGeom>
          <a:noFill/>
        </p:spPr>
        <p:txBody>
          <a:bodyPr wrap="square" rtlCol="0">
            <a:spAutoFit/>
          </a:bodyPr>
          <a:lstStyle/>
          <a:p>
            <a:r>
              <a:rPr lang="zh-TW" altLang="en-US" sz="2000" dirty="0">
                <a:latin typeface="標楷體" panose="03000509000000000000" pitchFamily="65" charset="-120"/>
                <a:ea typeface="標楷體" panose="03000509000000000000" pitchFamily="65" charset="-120"/>
              </a:rPr>
              <a:t>食材：</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白飯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海苔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endParaRPr lang="zh-TW" altLang="en-US" dirty="0">
              <a:latin typeface="標楷體" panose="03000509000000000000" pitchFamily="65" charset="-120"/>
              <a:ea typeface="標楷體" panose="03000509000000000000" pitchFamily="65" charset="-120"/>
            </a:endParaRPr>
          </a:p>
        </p:txBody>
      </p:sp>
      <p:sp>
        <p:nvSpPr>
          <p:cNvPr id="3" name="矩形 2">
            <a:extLst>
              <a:ext uri="{FF2B5EF4-FFF2-40B4-BE49-F238E27FC236}">
                <a16:creationId xmlns:a16="http://schemas.microsoft.com/office/drawing/2014/main" id="{CDF00021-4995-9CB9-F8D9-FEB995EFCC8E}"/>
              </a:ext>
            </a:extLst>
          </p:cNvPr>
          <p:cNvSpPr/>
          <p:nvPr/>
        </p:nvSpPr>
        <p:spPr>
          <a:xfrm>
            <a:off x="761990" y="2447636"/>
            <a:ext cx="955974" cy="126538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6744285-98B8-74CC-F366-EED041592534}"/>
              </a:ext>
            </a:extLst>
          </p:cNvPr>
          <p:cNvSpPr/>
          <p:nvPr/>
        </p:nvSpPr>
        <p:spPr>
          <a:xfrm>
            <a:off x="761990" y="1819564"/>
            <a:ext cx="955974" cy="3232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a:extLst>
              <a:ext uri="{FF2B5EF4-FFF2-40B4-BE49-F238E27FC236}">
                <a16:creationId xmlns:a16="http://schemas.microsoft.com/office/drawing/2014/main" id="{DA44D0EB-E60B-F307-9A54-D1C4502A6D33}"/>
              </a:ext>
            </a:extLst>
          </p:cNvPr>
          <p:cNvCxnSpPr/>
          <p:nvPr/>
        </p:nvCxnSpPr>
        <p:spPr>
          <a:xfrm>
            <a:off x="1810327" y="2013527"/>
            <a:ext cx="123767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C71A7DEF-9F5A-6113-957D-455DD8EF9C07}"/>
              </a:ext>
            </a:extLst>
          </p:cNvPr>
          <p:cNvSpPr txBox="1"/>
          <p:nvPr/>
        </p:nvSpPr>
        <p:spPr>
          <a:xfrm>
            <a:off x="3048000" y="1828861"/>
            <a:ext cx="955974" cy="369332"/>
          </a:xfrm>
          <a:prstGeom prst="rect">
            <a:avLst/>
          </a:prstGeom>
          <a:noFill/>
        </p:spPr>
        <p:txBody>
          <a:bodyPr wrap="square" rtlCol="0">
            <a:spAutoFit/>
          </a:bodyPr>
          <a:lstStyle/>
          <a:p>
            <a:r>
              <a:rPr lang="en-US" altLang="zh-TW" sz="1800" dirty="0">
                <a:solidFill>
                  <a:srgbClr val="FF0000"/>
                </a:solidFill>
              </a:rPr>
              <a:t>Stove</a:t>
            </a:r>
            <a:endParaRPr lang="zh-TW" altLang="en-US" sz="1800" dirty="0">
              <a:solidFill>
                <a:srgbClr val="FF0000"/>
              </a:solidFill>
            </a:endParaRPr>
          </a:p>
        </p:txBody>
      </p:sp>
      <p:cxnSp>
        <p:nvCxnSpPr>
          <p:cNvPr id="14" name="直線單箭頭接點 13">
            <a:extLst>
              <a:ext uri="{FF2B5EF4-FFF2-40B4-BE49-F238E27FC236}">
                <a16:creationId xmlns:a16="http://schemas.microsoft.com/office/drawing/2014/main" id="{F4B3CAF3-E607-891A-A662-DC79444D9D20}"/>
              </a:ext>
            </a:extLst>
          </p:cNvPr>
          <p:cNvCxnSpPr/>
          <p:nvPr/>
        </p:nvCxnSpPr>
        <p:spPr>
          <a:xfrm>
            <a:off x="1810326" y="3080327"/>
            <a:ext cx="1237673"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08C72C39-9014-65F4-67D3-68BA1BD44977}"/>
              </a:ext>
            </a:extLst>
          </p:cNvPr>
          <p:cNvSpPr txBox="1"/>
          <p:nvPr/>
        </p:nvSpPr>
        <p:spPr>
          <a:xfrm>
            <a:off x="3047999" y="2895661"/>
            <a:ext cx="1634837" cy="369332"/>
          </a:xfrm>
          <a:prstGeom prst="rect">
            <a:avLst/>
          </a:prstGeom>
          <a:noFill/>
        </p:spPr>
        <p:txBody>
          <a:bodyPr wrap="square" rtlCol="0">
            <a:spAutoFit/>
          </a:bodyPr>
          <a:lstStyle/>
          <a:p>
            <a:r>
              <a:rPr lang="en-US" altLang="zh-TW" sz="1800" dirty="0">
                <a:solidFill>
                  <a:srgbClr val="00B050"/>
                </a:solidFill>
              </a:rPr>
              <a:t>Cutting Board</a:t>
            </a:r>
            <a:endParaRPr lang="zh-TW" altLang="en-US" sz="1800" dirty="0">
              <a:solidFill>
                <a:srgbClr val="00B050"/>
              </a:solidFill>
            </a:endParaRPr>
          </a:p>
        </p:txBody>
      </p:sp>
      <p:sp>
        <p:nvSpPr>
          <p:cNvPr id="22" name="文字方塊 21">
            <a:extLst>
              <a:ext uri="{FF2B5EF4-FFF2-40B4-BE49-F238E27FC236}">
                <a16:creationId xmlns:a16="http://schemas.microsoft.com/office/drawing/2014/main" id="{182791C8-4213-BABA-0521-E3F937C0DF4C}"/>
              </a:ext>
            </a:extLst>
          </p:cNvPr>
          <p:cNvSpPr txBox="1"/>
          <p:nvPr/>
        </p:nvSpPr>
        <p:spPr>
          <a:xfrm>
            <a:off x="5731165" y="1480857"/>
            <a:ext cx="4364180" cy="3785652"/>
          </a:xfrm>
          <a:prstGeom prst="rect">
            <a:avLst/>
          </a:prstGeom>
          <a:noFill/>
        </p:spPr>
        <p:txBody>
          <a:bodyPr wrap="square">
            <a:spAutoFit/>
          </a:bodyPr>
          <a:lstStyle/>
          <a:p>
            <a:pPr lvl="2"/>
            <a:r>
              <a:rPr lang="zh-TW" altLang="en-US" sz="2000" dirty="0">
                <a:latin typeface="標楷體" panose="03000509000000000000" pitchFamily="65" charset="-120"/>
                <a:ea typeface="標楷體" panose="03000509000000000000" pitchFamily="65" charset="-120"/>
              </a:rPr>
              <a:t>菜單：</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小黃瓜壽司：小黃瓜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白飯</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生魚片：魚</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魚肉壽司：魚</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白飯</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黃瓜沙拉：小黃瓜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蕃茄黃瓜沙拉：番茄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1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436517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dirty="0">
                <a:latin typeface="Arial"/>
                <a:ea typeface="Arial"/>
                <a:cs typeface="Arial"/>
                <a:sym typeface="Arial"/>
              </a:rPr>
              <a:t>硬體架構 (含I/O)</a:t>
            </a:r>
            <a:endParaRPr dirty="0">
              <a:latin typeface="Arial"/>
              <a:ea typeface="Arial"/>
              <a:cs typeface="Arial"/>
              <a:sym typeface="Arial"/>
            </a:endParaRPr>
          </a:p>
        </p:txBody>
      </p:sp>
      <p:grpSp>
        <p:nvGrpSpPr>
          <p:cNvPr id="11" name="群組 10">
            <a:extLst>
              <a:ext uri="{FF2B5EF4-FFF2-40B4-BE49-F238E27FC236}">
                <a16:creationId xmlns:a16="http://schemas.microsoft.com/office/drawing/2014/main" id="{0385C927-F7BA-1959-D3A3-F24CAD598094}"/>
              </a:ext>
            </a:extLst>
          </p:cNvPr>
          <p:cNvGrpSpPr/>
          <p:nvPr/>
        </p:nvGrpSpPr>
        <p:grpSpPr>
          <a:xfrm>
            <a:off x="2189017" y="2301887"/>
            <a:ext cx="1450109" cy="1052946"/>
            <a:chOff x="1764145" y="1742412"/>
            <a:chExt cx="1450109" cy="1052946"/>
          </a:xfrm>
        </p:grpSpPr>
        <p:sp>
          <p:nvSpPr>
            <p:cNvPr id="2" name="矩形 1">
              <a:extLst>
                <a:ext uri="{FF2B5EF4-FFF2-40B4-BE49-F238E27FC236}">
                  <a16:creationId xmlns:a16="http://schemas.microsoft.com/office/drawing/2014/main" id="{63CBF4A1-15AC-CA01-4AA5-BF27F786089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CF2AA5D4-DAE4-D94A-4BC6-C79C6C4DEE7C}"/>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RPI</a:t>
              </a:r>
              <a:endParaRPr lang="zh-TW" altLang="en-US" dirty="0"/>
            </a:p>
          </p:txBody>
        </p:sp>
      </p:grpSp>
      <p:grpSp>
        <p:nvGrpSpPr>
          <p:cNvPr id="10" name="群組 9">
            <a:extLst>
              <a:ext uri="{FF2B5EF4-FFF2-40B4-BE49-F238E27FC236}">
                <a16:creationId xmlns:a16="http://schemas.microsoft.com/office/drawing/2014/main" id="{984B260D-54B3-BD68-81CF-76EC33780700}"/>
              </a:ext>
            </a:extLst>
          </p:cNvPr>
          <p:cNvGrpSpPr/>
          <p:nvPr/>
        </p:nvGrpSpPr>
        <p:grpSpPr>
          <a:xfrm>
            <a:off x="7398325" y="2324303"/>
            <a:ext cx="1450110" cy="1030530"/>
            <a:chOff x="1764144" y="4107468"/>
            <a:chExt cx="1450110" cy="1030530"/>
          </a:xfrm>
        </p:grpSpPr>
        <p:sp>
          <p:nvSpPr>
            <p:cNvPr id="4" name="矩形 3">
              <a:extLst>
                <a:ext uri="{FF2B5EF4-FFF2-40B4-BE49-F238E27FC236}">
                  <a16:creationId xmlns:a16="http://schemas.microsoft.com/office/drawing/2014/main" id="{D0DB48A7-E6B6-6C1B-F4ED-6ED5266AE54E}"/>
                </a:ext>
              </a:extLst>
            </p:cNvPr>
            <p:cNvSpPr/>
            <p:nvPr/>
          </p:nvSpPr>
          <p:spPr>
            <a:xfrm>
              <a:off x="1764145" y="41958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10F33844-6CF8-D4AC-EE9A-E4CB63AC6216}"/>
                </a:ext>
              </a:extLst>
            </p:cNvPr>
            <p:cNvSpPr txBox="1"/>
            <p:nvPr/>
          </p:nvSpPr>
          <p:spPr>
            <a:xfrm>
              <a:off x="1764144" y="4107468"/>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Virtual Machine</a:t>
              </a:r>
              <a:endParaRPr lang="zh-TW" altLang="en-US" dirty="0"/>
            </a:p>
          </p:txBody>
        </p:sp>
      </p:grpSp>
      <p:cxnSp>
        <p:nvCxnSpPr>
          <p:cNvPr id="13" name="直線單箭頭接點 12">
            <a:extLst>
              <a:ext uri="{FF2B5EF4-FFF2-40B4-BE49-F238E27FC236}">
                <a16:creationId xmlns:a16="http://schemas.microsoft.com/office/drawing/2014/main" id="{5ECC47FB-EB6A-BAF5-2F7C-2A74C671A109}"/>
              </a:ext>
            </a:extLst>
          </p:cNvPr>
          <p:cNvCxnSpPr>
            <a:cxnSpLocks/>
          </p:cNvCxnSpPr>
          <p:nvPr/>
        </p:nvCxnSpPr>
        <p:spPr>
          <a:xfrm>
            <a:off x="2914071" y="3354833"/>
            <a:ext cx="0" cy="13187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9D69873D-09E6-F48B-6E28-1B94D656D452}"/>
              </a:ext>
            </a:extLst>
          </p:cNvPr>
          <p:cNvCxnSpPr/>
          <p:nvPr/>
        </p:nvCxnSpPr>
        <p:spPr>
          <a:xfrm>
            <a:off x="3639126" y="2883778"/>
            <a:ext cx="3759199"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0C78FD61-499D-09CF-9B44-BA89891BE12F}"/>
              </a:ext>
            </a:extLst>
          </p:cNvPr>
          <p:cNvSpPr txBox="1"/>
          <p:nvPr/>
        </p:nvSpPr>
        <p:spPr>
          <a:xfrm>
            <a:off x="5056907" y="2909078"/>
            <a:ext cx="923636" cy="369332"/>
          </a:xfrm>
          <a:prstGeom prst="rect">
            <a:avLst/>
          </a:prstGeom>
          <a:noFill/>
        </p:spPr>
        <p:txBody>
          <a:bodyPr wrap="square" rtlCol="0">
            <a:spAutoFit/>
          </a:bodyPr>
          <a:lstStyle/>
          <a:p>
            <a:pPr algn="ctr"/>
            <a:r>
              <a:rPr lang="en-US" altLang="zh-TW" sz="1800" dirty="0"/>
              <a:t>ssh</a:t>
            </a:r>
            <a:endParaRPr lang="zh-TW" altLang="en-US" sz="1800" dirty="0"/>
          </a:p>
        </p:txBody>
      </p:sp>
      <p:sp>
        <p:nvSpPr>
          <p:cNvPr id="18" name="文字方塊 17">
            <a:extLst>
              <a:ext uri="{FF2B5EF4-FFF2-40B4-BE49-F238E27FC236}">
                <a16:creationId xmlns:a16="http://schemas.microsoft.com/office/drawing/2014/main" id="{7A8D5834-0817-2FBC-308A-6E82824F3B85}"/>
              </a:ext>
            </a:extLst>
          </p:cNvPr>
          <p:cNvSpPr txBox="1"/>
          <p:nvPr/>
        </p:nvSpPr>
        <p:spPr>
          <a:xfrm>
            <a:off x="2914075" y="3914308"/>
            <a:ext cx="725051" cy="307777"/>
          </a:xfrm>
          <a:prstGeom prst="rect">
            <a:avLst/>
          </a:prstGeom>
          <a:noFill/>
        </p:spPr>
        <p:txBody>
          <a:bodyPr wrap="square" rtlCol="0">
            <a:spAutoFit/>
          </a:bodyPr>
          <a:lstStyle/>
          <a:p>
            <a:r>
              <a:rPr lang="en-US" altLang="zh-TW" dirty="0"/>
              <a:t>GPIO</a:t>
            </a:r>
            <a:endParaRPr lang="zh-TW" altLang="en-US" dirty="0"/>
          </a:p>
        </p:txBody>
      </p:sp>
      <p:grpSp>
        <p:nvGrpSpPr>
          <p:cNvPr id="19" name="群組 18">
            <a:extLst>
              <a:ext uri="{FF2B5EF4-FFF2-40B4-BE49-F238E27FC236}">
                <a16:creationId xmlns:a16="http://schemas.microsoft.com/office/drawing/2014/main" id="{27C013C3-7497-248B-C23B-B1E6CAC2A5F5}"/>
              </a:ext>
            </a:extLst>
          </p:cNvPr>
          <p:cNvGrpSpPr/>
          <p:nvPr/>
        </p:nvGrpSpPr>
        <p:grpSpPr>
          <a:xfrm>
            <a:off x="2189016" y="4673600"/>
            <a:ext cx="1450110" cy="942110"/>
            <a:chOff x="4332469" y="2727088"/>
            <a:chExt cx="1450110" cy="942110"/>
          </a:xfrm>
        </p:grpSpPr>
        <p:sp>
          <p:nvSpPr>
            <p:cNvPr id="20" name="矩形 19">
              <a:extLst>
                <a:ext uri="{FF2B5EF4-FFF2-40B4-BE49-F238E27FC236}">
                  <a16:creationId xmlns:a16="http://schemas.microsoft.com/office/drawing/2014/main" id="{70D84D40-F2AA-20DF-4AA9-BB1E8223B3B1}"/>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93AEFF92-437D-4FA9-98B2-09FC2D93625C}"/>
                </a:ext>
              </a:extLst>
            </p:cNvPr>
            <p:cNvSpPr txBox="1"/>
            <p:nvPr/>
          </p:nvSpPr>
          <p:spPr>
            <a:xfrm>
              <a:off x="4332469" y="2835048"/>
              <a:ext cx="1450109" cy="523220"/>
            </a:xfrm>
            <a:prstGeom prst="rect">
              <a:avLst/>
            </a:prstGeom>
            <a:noFill/>
          </p:spPr>
          <p:txBody>
            <a:bodyPr wrap="square" rtlCol="0">
              <a:spAutoFit/>
            </a:bodyPr>
            <a:lstStyle/>
            <a:p>
              <a:endParaRPr lang="en-US" altLang="zh-TW" dirty="0"/>
            </a:p>
            <a:p>
              <a:pPr algn="ctr"/>
              <a:r>
                <a:rPr lang="zh-TW" altLang="en-US" dirty="0"/>
                <a:t>七段顯示器</a:t>
              </a:r>
              <a:endParaRPr lang="en-US" altLang="zh-TW" dirty="0"/>
            </a:p>
          </p:txBody>
        </p:sp>
      </p:grpSp>
      <p:grpSp>
        <p:nvGrpSpPr>
          <p:cNvPr id="28" name="群組 27">
            <a:extLst>
              <a:ext uri="{FF2B5EF4-FFF2-40B4-BE49-F238E27FC236}">
                <a16:creationId xmlns:a16="http://schemas.microsoft.com/office/drawing/2014/main" id="{96F0E8BF-4B5E-6334-A64A-81337F158C64}"/>
              </a:ext>
            </a:extLst>
          </p:cNvPr>
          <p:cNvGrpSpPr/>
          <p:nvPr/>
        </p:nvGrpSpPr>
        <p:grpSpPr>
          <a:xfrm>
            <a:off x="9755267" y="2412723"/>
            <a:ext cx="1450109" cy="942110"/>
            <a:chOff x="4332470" y="2727088"/>
            <a:chExt cx="1450109" cy="942110"/>
          </a:xfrm>
        </p:grpSpPr>
        <p:sp>
          <p:nvSpPr>
            <p:cNvPr id="29" name="矩形 28">
              <a:extLst>
                <a:ext uri="{FF2B5EF4-FFF2-40B4-BE49-F238E27FC236}">
                  <a16:creationId xmlns:a16="http://schemas.microsoft.com/office/drawing/2014/main" id="{2C7E69DE-FBAB-48A0-A2A8-C8E49816CC25}"/>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B2B67E43-645A-3ED1-341C-E2A8B0DB37EF}"/>
                </a:ext>
              </a:extLst>
            </p:cNvPr>
            <p:cNvSpPr txBox="1"/>
            <p:nvPr/>
          </p:nvSpPr>
          <p:spPr>
            <a:xfrm>
              <a:off x="4332470" y="2798034"/>
              <a:ext cx="1450109" cy="523220"/>
            </a:xfrm>
            <a:prstGeom prst="rect">
              <a:avLst/>
            </a:prstGeom>
            <a:noFill/>
          </p:spPr>
          <p:txBody>
            <a:bodyPr wrap="square" rtlCol="0">
              <a:spAutoFit/>
            </a:bodyPr>
            <a:lstStyle/>
            <a:p>
              <a:endParaRPr lang="en-US" altLang="zh-TW" dirty="0"/>
            </a:p>
            <a:p>
              <a:pPr algn="ctr"/>
              <a:r>
                <a:rPr lang="en-US" altLang="zh-TW" dirty="0"/>
                <a:t>Terminal</a:t>
              </a:r>
              <a:endParaRPr lang="zh-TW" altLang="en-US" dirty="0"/>
            </a:p>
          </p:txBody>
        </p:sp>
      </p:grpSp>
      <p:cxnSp>
        <p:nvCxnSpPr>
          <p:cNvPr id="33" name="直線單箭頭接點 32">
            <a:extLst>
              <a:ext uri="{FF2B5EF4-FFF2-40B4-BE49-F238E27FC236}">
                <a16:creationId xmlns:a16="http://schemas.microsoft.com/office/drawing/2014/main" id="{D11D29CF-7F3A-6708-25D9-0F8BBE41CDE9}"/>
              </a:ext>
            </a:extLst>
          </p:cNvPr>
          <p:cNvCxnSpPr>
            <a:cxnSpLocks/>
          </p:cNvCxnSpPr>
          <p:nvPr/>
        </p:nvCxnSpPr>
        <p:spPr>
          <a:xfrm>
            <a:off x="8908467" y="2925306"/>
            <a:ext cx="7712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err="1">
                <a:latin typeface="Microsoft JhengHei"/>
                <a:ea typeface="Microsoft JhengHei"/>
                <a:cs typeface="Microsoft JhengHei"/>
                <a:sym typeface="Microsoft JhengHei"/>
              </a:rPr>
              <a:t>order_receive.c</a:t>
            </a:r>
            <a:endParaRPr dirty="0">
              <a:latin typeface="Microsoft JhengHei"/>
              <a:ea typeface="Microsoft JhengHei"/>
              <a:cs typeface="Microsoft JhengHei"/>
              <a:sym typeface="Microsoft JhengHei"/>
            </a:endParaRPr>
          </a:p>
        </p:txBody>
      </p:sp>
      <p:grpSp>
        <p:nvGrpSpPr>
          <p:cNvPr id="3" name="群組 2">
            <a:extLst>
              <a:ext uri="{FF2B5EF4-FFF2-40B4-BE49-F238E27FC236}">
                <a16:creationId xmlns:a16="http://schemas.microsoft.com/office/drawing/2014/main" id="{38AF22A2-97AC-A42A-0ACC-EEBE64833A57}"/>
              </a:ext>
            </a:extLst>
          </p:cNvPr>
          <p:cNvGrpSpPr/>
          <p:nvPr/>
        </p:nvGrpSpPr>
        <p:grpSpPr>
          <a:xfrm>
            <a:off x="646111" y="2327577"/>
            <a:ext cx="1450109" cy="1052946"/>
            <a:chOff x="1764145" y="1742412"/>
            <a:chExt cx="1450109" cy="1052946"/>
          </a:xfrm>
        </p:grpSpPr>
        <p:sp>
          <p:nvSpPr>
            <p:cNvPr id="4" name="矩形 3">
              <a:extLst>
                <a:ext uri="{FF2B5EF4-FFF2-40B4-BE49-F238E27FC236}">
                  <a16:creationId xmlns:a16="http://schemas.microsoft.com/office/drawing/2014/main" id="{05FA07C9-B096-9E16-B060-C785D69C4FB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258279B8-BB75-FB6C-58F2-44C83BE21E64}"/>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Start</a:t>
              </a:r>
              <a:endParaRPr lang="zh-TW" altLang="en-US" dirty="0"/>
            </a:p>
          </p:txBody>
        </p:sp>
      </p:grpSp>
      <p:grpSp>
        <p:nvGrpSpPr>
          <p:cNvPr id="6" name="群組 5">
            <a:extLst>
              <a:ext uri="{FF2B5EF4-FFF2-40B4-BE49-F238E27FC236}">
                <a16:creationId xmlns:a16="http://schemas.microsoft.com/office/drawing/2014/main" id="{6568E2EF-988D-6ECA-BE33-4BF35119CA83}"/>
              </a:ext>
            </a:extLst>
          </p:cNvPr>
          <p:cNvGrpSpPr/>
          <p:nvPr/>
        </p:nvGrpSpPr>
        <p:grpSpPr>
          <a:xfrm>
            <a:off x="10290164" y="2366831"/>
            <a:ext cx="1450109" cy="1052946"/>
            <a:chOff x="1764145" y="1742412"/>
            <a:chExt cx="1450109" cy="1052946"/>
          </a:xfrm>
        </p:grpSpPr>
        <p:sp>
          <p:nvSpPr>
            <p:cNvPr id="7" name="矩形 6">
              <a:extLst>
                <a:ext uri="{FF2B5EF4-FFF2-40B4-BE49-F238E27FC236}">
                  <a16:creationId xmlns:a16="http://schemas.microsoft.com/office/drawing/2014/main" id="{18A3D110-E1B0-428A-5A22-7549B4962D55}"/>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F17123FB-7C5D-64F9-6059-2A76D76A25E0}"/>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Wait</a:t>
              </a:r>
              <a:endParaRPr lang="zh-TW" altLang="en-US" dirty="0"/>
            </a:p>
          </p:txBody>
        </p:sp>
      </p:grpSp>
      <p:grpSp>
        <p:nvGrpSpPr>
          <p:cNvPr id="9" name="群組 8">
            <a:extLst>
              <a:ext uri="{FF2B5EF4-FFF2-40B4-BE49-F238E27FC236}">
                <a16:creationId xmlns:a16="http://schemas.microsoft.com/office/drawing/2014/main" id="{0AE0F27D-5EE9-FE27-2D7E-63972B8E69DB}"/>
              </a:ext>
            </a:extLst>
          </p:cNvPr>
          <p:cNvGrpSpPr/>
          <p:nvPr/>
        </p:nvGrpSpPr>
        <p:grpSpPr>
          <a:xfrm>
            <a:off x="7867499" y="2291145"/>
            <a:ext cx="1487054" cy="1121414"/>
            <a:chOff x="1764145" y="1673944"/>
            <a:chExt cx="1487054" cy="1121414"/>
          </a:xfrm>
        </p:grpSpPr>
        <p:sp>
          <p:nvSpPr>
            <p:cNvPr id="10" name="矩形 9">
              <a:extLst>
                <a:ext uri="{FF2B5EF4-FFF2-40B4-BE49-F238E27FC236}">
                  <a16:creationId xmlns:a16="http://schemas.microsoft.com/office/drawing/2014/main" id="{D5E356D2-B84C-BCD1-3C05-87BE60A0B63A}"/>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28960406-C3BD-541E-E135-2357997E811C}"/>
                </a:ext>
              </a:extLst>
            </p:cNvPr>
            <p:cNvSpPr txBox="1"/>
            <p:nvPr/>
          </p:nvSpPr>
          <p:spPr>
            <a:xfrm>
              <a:off x="1801090" y="1673944"/>
              <a:ext cx="1450109" cy="954107"/>
            </a:xfrm>
            <a:prstGeom prst="rect">
              <a:avLst/>
            </a:prstGeom>
            <a:noFill/>
          </p:spPr>
          <p:txBody>
            <a:bodyPr wrap="square" rtlCol="0">
              <a:spAutoFit/>
            </a:bodyPr>
            <a:lstStyle/>
            <a:p>
              <a:endParaRPr lang="en-US" altLang="zh-TW" dirty="0"/>
            </a:p>
            <a:p>
              <a:endParaRPr lang="en-US" altLang="zh-TW" dirty="0"/>
            </a:p>
            <a:p>
              <a:pPr algn="ctr"/>
              <a:r>
                <a:rPr lang="en-US" altLang="zh-TW" dirty="0"/>
                <a:t>Add Order to Queue</a:t>
              </a:r>
              <a:endParaRPr lang="zh-TW" altLang="en-US" dirty="0"/>
            </a:p>
          </p:txBody>
        </p:sp>
      </p:grpSp>
      <p:grpSp>
        <p:nvGrpSpPr>
          <p:cNvPr id="15" name="群組 14">
            <a:extLst>
              <a:ext uri="{FF2B5EF4-FFF2-40B4-BE49-F238E27FC236}">
                <a16:creationId xmlns:a16="http://schemas.microsoft.com/office/drawing/2014/main" id="{413FA9C5-30A4-FC1F-9591-7CA15E664233}"/>
              </a:ext>
            </a:extLst>
          </p:cNvPr>
          <p:cNvGrpSpPr/>
          <p:nvPr/>
        </p:nvGrpSpPr>
        <p:grpSpPr>
          <a:xfrm>
            <a:off x="3045472" y="2220132"/>
            <a:ext cx="1450109" cy="1144227"/>
            <a:chOff x="1764145" y="1651131"/>
            <a:chExt cx="1450109" cy="1144227"/>
          </a:xfrm>
        </p:grpSpPr>
        <p:sp>
          <p:nvSpPr>
            <p:cNvPr id="16" name="矩形 15">
              <a:extLst>
                <a:ext uri="{FF2B5EF4-FFF2-40B4-BE49-F238E27FC236}">
                  <a16:creationId xmlns:a16="http://schemas.microsoft.com/office/drawing/2014/main" id="{CB0F706D-3409-3248-7330-3E9C70B00706}"/>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8936BDCF-DD0D-BAB0-A213-50F7686CEA70}"/>
                </a:ext>
              </a:extLst>
            </p:cNvPr>
            <p:cNvSpPr txBox="1"/>
            <p:nvPr/>
          </p:nvSpPr>
          <p:spPr>
            <a:xfrm>
              <a:off x="1764145" y="1651131"/>
              <a:ext cx="1450109" cy="954107"/>
            </a:xfrm>
            <a:prstGeom prst="rect">
              <a:avLst/>
            </a:prstGeom>
            <a:noFill/>
          </p:spPr>
          <p:txBody>
            <a:bodyPr wrap="square" rtlCol="0">
              <a:spAutoFit/>
            </a:bodyPr>
            <a:lstStyle/>
            <a:p>
              <a:endParaRPr lang="en-US" altLang="zh-TW" dirty="0"/>
            </a:p>
            <a:p>
              <a:endParaRPr lang="en-US" altLang="zh-TW" dirty="0"/>
            </a:p>
            <a:p>
              <a:pPr algn="ctr"/>
              <a:r>
                <a:rPr lang="en-US" altLang="zh-TW" dirty="0"/>
                <a:t>Initialize Order Input</a:t>
              </a:r>
              <a:endParaRPr lang="zh-TW" altLang="en-US" dirty="0"/>
            </a:p>
          </p:txBody>
        </p:sp>
      </p:grpSp>
      <p:grpSp>
        <p:nvGrpSpPr>
          <p:cNvPr id="22" name="群組 21">
            <a:extLst>
              <a:ext uri="{FF2B5EF4-FFF2-40B4-BE49-F238E27FC236}">
                <a16:creationId xmlns:a16="http://schemas.microsoft.com/office/drawing/2014/main" id="{3C3BBB6C-5A46-7C28-9FB6-1229FF22F94B}"/>
              </a:ext>
            </a:extLst>
          </p:cNvPr>
          <p:cNvGrpSpPr/>
          <p:nvPr/>
        </p:nvGrpSpPr>
        <p:grpSpPr>
          <a:xfrm>
            <a:off x="5463306" y="2291145"/>
            <a:ext cx="1468582" cy="1247706"/>
            <a:chOff x="5412505" y="4184072"/>
            <a:chExt cx="1468582" cy="1247706"/>
          </a:xfrm>
        </p:grpSpPr>
        <p:sp>
          <p:nvSpPr>
            <p:cNvPr id="20" name="菱形 19">
              <a:extLst>
                <a:ext uri="{FF2B5EF4-FFF2-40B4-BE49-F238E27FC236}">
                  <a16:creationId xmlns:a16="http://schemas.microsoft.com/office/drawing/2014/main" id="{D519C7C5-6E7C-7ED5-C98F-01DF26A60BC7}"/>
                </a:ext>
              </a:extLst>
            </p:cNvPr>
            <p:cNvSpPr/>
            <p:nvPr/>
          </p:nvSpPr>
          <p:spPr>
            <a:xfrm>
              <a:off x="5412505" y="4184072"/>
              <a:ext cx="1468582" cy="1247706"/>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6BE8AA3B-F1C1-751F-D5FA-87AC1C1BDF54}"/>
                </a:ext>
              </a:extLst>
            </p:cNvPr>
            <p:cNvSpPr txBox="1"/>
            <p:nvPr/>
          </p:nvSpPr>
          <p:spPr>
            <a:xfrm>
              <a:off x="5430978" y="4230621"/>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NEW Order?</a:t>
              </a:r>
              <a:endParaRPr lang="zh-TW" altLang="en-US" dirty="0"/>
            </a:p>
          </p:txBody>
        </p:sp>
      </p:grpSp>
      <p:cxnSp>
        <p:nvCxnSpPr>
          <p:cNvPr id="24" name="直線單箭頭接點 23">
            <a:extLst>
              <a:ext uri="{FF2B5EF4-FFF2-40B4-BE49-F238E27FC236}">
                <a16:creationId xmlns:a16="http://schemas.microsoft.com/office/drawing/2014/main" id="{6F769FA2-5ADC-55E6-FA8D-66F7C49F01BD}"/>
              </a:ext>
            </a:extLst>
          </p:cNvPr>
          <p:cNvCxnSpPr/>
          <p:nvPr/>
        </p:nvCxnSpPr>
        <p:spPr>
          <a:xfrm>
            <a:off x="2096220" y="2893304"/>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309B6204-C274-B9C5-9B4B-383149696F92}"/>
              </a:ext>
            </a:extLst>
          </p:cNvPr>
          <p:cNvCxnSpPr/>
          <p:nvPr/>
        </p:nvCxnSpPr>
        <p:spPr>
          <a:xfrm>
            <a:off x="6931888"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643C37AF-76B2-8D0E-B70C-5BBE8CCE8E5E}"/>
              </a:ext>
            </a:extLst>
          </p:cNvPr>
          <p:cNvCxnSpPr/>
          <p:nvPr/>
        </p:nvCxnSpPr>
        <p:spPr>
          <a:xfrm>
            <a:off x="4514054"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BEAB6A18-1585-1BE7-37BA-EC2420706A03}"/>
              </a:ext>
            </a:extLst>
          </p:cNvPr>
          <p:cNvCxnSpPr/>
          <p:nvPr/>
        </p:nvCxnSpPr>
        <p:spPr>
          <a:xfrm>
            <a:off x="9317608" y="2936899"/>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接點: 肘形 28">
            <a:extLst>
              <a:ext uri="{FF2B5EF4-FFF2-40B4-BE49-F238E27FC236}">
                <a16:creationId xmlns:a16="http://schemas.microsoft.com/office/drawing/2014/main" id="{72EF6941-C806-19CB-C269-6757822EE7B0}"/>
              </a:ext>
            </a:extLst>
          </p:cNvPr>
          <p:cNvCxnSpPr>
            <a:cxnSpLocks/>
            <a:stCxn id="7" idx="2"/>
            <a:endCxn id="20" idx="2"/>
          </p:cNvCxnSpPr>
          <p:nvPr/>
        </p:nvCxnSpPr>
        <p:spPr>
          <a:xfrm rot="5400000">
            <a:off x="8546871" y="1070503"/>
            <a:ext cx="119074" cy="4817622"/>
          </a:xfrm>
          <a:prstGeom prst="bentConnector3">
            <a:avLst>
              <a:gd name="adj1" fmla="val 152531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接點: 肘形 32">
            <a:extLst>
              <a:ext uri="{FF2B5EF4-FFF2-40B4-BE49-F238E27FC236}">
                <a16:creationId xmlns:a16="http://schemas.microsoft.com/office/drawing/2014/main" id="{D4FF280D-4358-E161-B548-8BFD1FD87ED7}"/>
              </a:ext>
            </a:extLst>
          </p:cNvPr>
          <p:cNvCxnSpPr>
            <a:cxnSpLocks/>
            <a:stCxn id="20" idx="0"/>
            <a:endCxn id="8" idx="0"/>
          </p:cNvCxnSpPr>
          <p:nvPr/>
        </p:nvCxnSpPr>
        <p:spPr>
          <a:xfrm rot="16200000" flipH="1">
            <a:off x="8568565" y="-79823"/>
            <a:ext cx="75686" cy="4817622"/>
          </a:xfrm>
          <a:prstGeom prst="bentConnector3">
            <a:avLst>
              <a:gd name="adj1" fmla="val -199832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9AD3480C-E11E-D20F-33C0-5A8C48F47710}"/>
              </a:ext>
            </a:extLst>
          </p:cNvPr>
          <p:cNvSpPr txBox="1"/>
          <p:nvPr/>
        </p:nvSpPr>
        <p:spPr>
          <a:xfrm>
            <a:off x="6988249" y="2477667"/>
            <a:ext cx="773972" cy="400110"/>
          </a:xfrm>
          <a:prstGeom prst="rect">
            <a:avLst/>
          </a:prstGeom>
          <a:noFill/>
        </p:spPr>
        <p:txBody>
          <a:bodyPr wrap="square" rtlCol="0">
            <a:spAutoFit/>
          </a:bodyPr>
          <a:lstStyle/>
          <a:p>
            <a:r>
              <a:rPr lang="en-US" altLang="zh-TW" sz="2000" dirty="0"/>
              <a:t>Yes</a:t>
            </a:r>
            <a:endParaRPr lang="zh-TW" altLang="en-US" sz="2000" dirty="0"/>
          </a:p>
        </p:txBody>
      </p:sp>
      <p:sp>
        <p:nvSpPr>
          <p:cNvPr id="45" name="文字方塊 44">
            <a:extLst>
              <a:ext uri="{FF2B5EF4-FFF2-40B4-BE49-F238E27FC236}">
                <a16:creationId xmlns:a16="http://schemas.microsoft.com/office/drawing/2014/main" id="{5A930A65-B7D3-F543-6190-F17D83372526}"/>
              </a:ext>
            </a:extLst>
          </p:cNvPr>
          <p:cNvSpPr txBox="1"/>
          <p:nvPr/>
        </p:nvSpPr>
        <p:spPr>
          <a:xfrm>
            <a:off x="6206833" y="1674763"/>
            <a:ext cx="591131" cy="400110"/>
          </a:xfrm>
          <a:prstGeom prst="rect">
            <a:avLst/>
          </a:prstGeom>
          <a:noFill/>
        </p:spPr>
        <p:txBody>
          <a:bodyPr wrap="square" rtlCol="0">
            <a:spAutoFit/>
          </a:bodyPr>
          <a:lstStyle/>
          <a:p>
            <a:r>
              <a:rPr lang="en-US" altLang="zh-TW" sz="2000" dirty="0"/>
              <a:t>No</a:t>
            </a:r>
            <a:endParaRPr lang="zh-TW"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AD8BEBBE-CD6A-ABD9-16C9-2E5A234A290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44F02C9E-9C48-F22E-8AAA-89069E453CDF}"/>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err="1">
                <a:latin typeface="Microsoft JhengHei"/>
                <a:ea typeface="Microsoft JhengHei"/>
                <a:cs typeface="Microsoft JhengHei"/>
                <a:sym typeface="Microsoft JhengHei"/>
              </a:rPr>
              <a:t>kitchen.c</a:t>
            </a:r>
            <a:endParaRPr dirty="0">
              <a:latin typeface="Microsoft JhengHei"/>
              <a:ea typeface="Microsoft JhengHei"/>
              <a:cs typeface="Microsoft JhengHei"/>
              <a:sym typeface="Microsoft JhengHei"/>
            </a:endParaRPr>
          </a:p>
        </p:txBody>
      </p:sp>
      <p:sp>
        <p:nvSpPr>
          <p:cNvPr id="4" name="矩形 3">
            <a:extLst>
              <a:ext uri="{FF2B5EF4-FFF2-40B4-BE49-F238E27FC236}">
                <a16:creationId xmlns:a16="http://schemas.microsoft.com/office/drawing/2014/main" id="{40606873-796D-CAE1-4CA7-E95E47463085}"/>
              </a:ext>
            </a:extLst>
          </p:cNvPr>
          <p:cNvSpPr/>
          <p:nvPr/>
        </p:nvSpPr>
        <p:spPr>
          <a:xfrm>
            <a:off x="646111" y="2438413"/>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3EA6D11F-D620-0099-61C4-54EEFCE41495}"/>
              </a:ext>
            </a:extLst>
          </p:cNvPr>
          <p:cNvGrpSpPr/>
          <p:nvPr/>
        </p:nvGrpSpPr>
        <p:grpSpPr>
          <a:xfrm>
            <a:off x="7239138" y="3455433"/>
            <a:ext cx="1458706" cy="1049003"/>
            <a:chOff x="1755548" y="1746355"/>
            <a:chExt cx="1458706" cy="1049003"/>
          </a:xfrm>
        </p:grpSpPr>
        <p:sp>
          <p:nvSpPr>
            <p:cNvPr id="10" name="矩形 9">
              <a:extLst>
                <a:ext uri="{FF2B5EF4-FFF2-40B4-BE49-F238E27FC236}">
                  <a16:creationId xmlns:a16="http://schemas.microsoft.com/office/drawing/2014/main" id="{7AA57A77-9276-5B56-64A0-3BD24D410C37}"/>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967F24C3-CF6C-30C8-F662-E738A97B767A}"/>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15" name="群組 14">
            <a:extLst>
              <a:ext uri="{FF2B5EF4-FFF2-40B4-BE49-F238E27FC236}">
                <a16:creationId xmlns:a16="http://schemas.microsoft.com/office/drawing/2014/main" id="{C352AD7F-88E2-EA8A-045C-D8E3E78BF47F}"/>
              </a:ext>
            </a:extLst>
          </p:cNvPr>
          <p:cNvGrpSpPr/>
          <p:nvPr/>
        </p:nvGrpSpPr>
        <p:grpSpPr>
          <a:xfrm>
            <a:off x="634459" y="2328988"/>
            <a:ext cx="3861122" cy="1035371"/>
            <a:chOff x="-646868" y="1759987"/>
            <a:chExt cx="3861122" cy="1035371"/>
          </a:xfrm>
        </p:grpSpPr>
        <p:sp>
          <p:nvSpPr>
            <p:cNvPr id="16" name="矩形 15">
              <a:extLst>
                <a:ext uri="{FF2B5EF4-FFF2-40B4-BE49-F238E27FC236}">
                  <a16:creationId xmlns:a16="http://schemas.microsoft.com/office/drawing/2014/main" id="{927F6875-55FE-C0F1-99DC-1064124D0ABC}"/>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36026596-3178-984E-0DBD-A90ED5F96106}"/>
                </a:ext>
              </a:extLst>
            </p:cNvPr>
            <p:cNvSpPr txBox="1"/>
            <p:nvPr/>
          </p:nvSpPr>
          <p:spPr>
            <a:xfrm>
              <a:off x="-646868" y="1759987"/>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Get order</a:t>
              </a:r>
              <a:endParaRPr lang="zh-TW" altLang="en-US" dirty="0"/>
            </a:p>
          </p:txBody>
        </p:sp>
      </p:grpSp>
      <p:cxnSp>
        <p:nvCxnSpPr>
          <p:cNvPr id="24" name="直線單箭頭接點 23">
            <a:extLst>
              <a:ext uri="{FF2B5EF4-FFF2-40B4-BE49-F238E27FC236}">
                <a16:creationId xmlns:a16="http://schemas.microsoft.com/office/drawing/2014/main" id="{DE916C79-EBBF-E06C-DF63-DCDD07AB1F93}"/>
              </a:ext>
            </a:extLst>
          </p:cNvPr>
          <p:cNvCxnSpPr/>
          <p:nvPr/>
        </p:nvCxnSpPr>
        <p:spPr>
          <a:xfrm>
            <a:off x="2096220" y="2893304"/>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738C71FE-7B28-B669-6EF1-C7EFBA510FC9}"/>
              </a:ext>
            </a:extLst>
          </p:cNvPr>
          <p:cNvCxnSpPr/>
          <p:nvPr/>
        </p:nvCxnSpPr>
        <p:spPr>
          <a:xfrm>
            <a:off x="4514054"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6CF36499-5C34-102E-8896-DD514F70C176}"/>
              </a:ext>
            </a:extLst>
          </p:cNvPr>
          <p:cNvSpPr txBox="1"/>
          <p:nvPr/>
        </p:nvSpPr>
        <p:spPr>
          <a:xfrm>
            <a:off x="3040641" y="229114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Kitchen</a:t>
            </a:r>
            <a:endParaRPr lang="zh-TW" altLang="en-US" dirty="0"/>
          </a:p>
        </p:txBody>
      </p:sp>
      <p:cxnSp>
        <p:nvCxnSpPr>
          <p:cNvPr id="28" name="接點: 肘形 27">
            <a:extLst>
              <a:ext uri="{FF2B5EF4-FFF2-40B4-BE49-F238E27FC236}">
                <a16:creationId xmlns:a16="http://schemas.microsoft.com/office/drawing/2014/main" id="{D85F39BF-7D15-8EC7-9DAC-7D363848A268}"/>
              </a:ext>
            </a:extLst>
          </p:cNvPr>
          <p:cNvCxnSpPr>
            <a:cxnSpLocks/>
            <a:endCxn id="57" idx="2"/>
          </p:cNvCxnSpPr>
          <p:nvPr/>
        </p:nvCxnSpPr>
        <p:spPr>
          <a:xfrm rot="10800000">
            <a:off x="6458634" y="3626727"/>
            <a:ext cx="778911" cy="53695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4" name="群組 33">
            <a:extLst>
              <a:ext uri="{FF2B5EF4-FFF2-40B4-BE49-F238E27FC236}">
                <a16:creationId xmlns:a16="http://schemas.microsoft.com/office/drawing/2014/main" id="{A0FA20E7-C530-A762-187F-6AF8BE054000}"/>
              </a:ext>
            </a:extLst>
          </p:cNvPr>
          <p:cNvGrpSpPr/>
          <p:nvPr/>
        </p:nvGrpSpPr>
        <p:grpSpPr>
          <a:xfrm>
            <a:off x="7380131" y="3626726"/>
            <a:ext cx="1458706" cy="1049003"/>
            <a:chOff x="1755548" y="1746355"/>
            <a:chExt cx="1458706" cy="1049003"/>
          </a:xfrm>
        </p:grpSpPr>
        <p:sp>
          <p:nvSpPr>
            <p:cNvPr id="35" name="矩形 34">
              <a:extLst>
                <a:ext uri="{FF2B5EF4-FFF2-40B4-BE49-F238E27FC236}">
                  <a16:creationId xmlns:a16="http://schemas.microsoft.com/office/drawing/2014/main" id="{629C72DA-5D03-7F16-9702-5919320DB1B4}"/>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C44C67CB-07AD-D715-8B6B-0656E495EAFD}"/>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37" name="群組 36">
            <a:extLst>
              <a:ext uri="{FF2B5EF4-FFF2-40B4-BE49-F238E27FC236}">
                <a16:creationId xmlns:a16="http://schemas.microsoft.com/office/drawing/2014/main" id="{7B42FC2C-FEA7-CB6D-A3C7-B5C4976DDFFF}"/>
              </a:ext>
            </a:extLst>
          </p:cNvPr>
          <p:cNvGrpSpPr/>
          <p:nvPr/>
        </p:nvGrpSpPr>
        <p:grpSpPr>
          <a:xfrm>
            <a:off x="7591737" y="3824765"/>
            <a:ext cx="1460300" cy="1019538"/>
            <a:chOff x="1764145" y="1775820"/>
            <a:chExt cx="1460300" cy="1019538"/>
          </a:xfrm>
        </p:grpSpPr>
        <p:sp>
          <p:nvSpPr>
            <p:cNvPr id="38" name="矩形 37">
              <a:extLst>
                <a:ext uri="{FF2B5EF4-FFF2-40B4-BE49-F238E27FC236}">
                  <a16:creationId xmlns:a16="http://schemas.microsoft.com/office/drawing/2014/main" id="{839D22D7-DB16-3453-1A27-DB1290E6A7A6}"/>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文字方塊 38">
              <a:extLst>
                <a:ext uri="{FF2B5EF4-FFF2-40B4-BE49-F238E27FC236}">
                  <a16:creationId xmlns:a16="http://schemas.microsoft.com/office/drawing/2014/main" id="{4799D493-A056-CC17-3026-57FB000E3507}"/>
                </a:ext>
              </a:extLst>
            </p:cNvPr>
            <p:cNvSpPr txBox="1"/>
            <p:nvPr/>
          </p:nvSpPr>
          <p:spPr>
            <a:xfrm>
              <a:off x="1774336" y="1775820"/>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cxnSp>
        <p:nvCxnSpPr>
          <p:cNvPr id="43" name="直線單箭頭接點 42">
            <a:extLst>
              <a:ext uri="{FF2B5EF4-FFF2-40B4-BE49-F238E27FC236}">
                <a16:creationId xmlns:a16="http://schemas.microsoft.com/office/drawing/2014/main" id="{8FD35EFE-5BD1-894F-5950-AF9DA58F3011}"/>
              </a:ext>
            </a:extLst>
          </p:cNvPr>
          <p:cNvCxnSpPr>
            <a:cxnSpLocks/>
          </p:cNvCxnSpPr>
          <p:nvPr/>
        </p:nvCxnSpPr>
        <p:spPr>
          <a:xfrm flipV="1">
            <a:off x="9060634" y="4361257"/>
            <a:ext cx="1062634" cy="110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 name="群組 45">
            <a:extLst>
              <a:ext uri="{FF2B5EF4-FFF2-40B4-BE49-F238E27FC236}">
                <a16:creationId xmlns:a16="http://schemas.microsoft.com/office/drawing/2014/main" id="{154E2CF7-E246-A998-D225-D40382D049F1}"/>
              </a:ext>
            </a:extLst>
          </p:cNvPr>
          <p:cNvGrpSpPr/>
          <p:nvPr/>
        </p:nvGrpSpPr>
        <p:grpSpPr>
          <a:xfrm>
            <a:off x="10131865" y="3794351"/>
            <a:ext cx="1458706" cy="1049003"/>
            <a:chOff x="1755548" y="1746355"/>
            <a:chExt cx="1458706" cy="1049003"/>
          </a:xfrm>
        </p:grpSpPr>
        <p:sp>
          <p:nvSpPr>
            <p:cNvPr id="47" name="矩形 46">
              <a:extLst>
                <a:ext uri="{FF2B5EF4-FFF2-40B4-BE49-F238E27FC236}">
                  <a16:creationId xmlns:a16="http://schemas.microsoft.com/office/drawing/2014/main" id="{C691D302-FAA3-FAE6-1AE8-9948F6EB0734}"/>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文字方塊 47">
              <a:extLst>
                <a:ext uri="{FF2B5EF4-FFF2-40B4-BE49-F238E27FC236}">
                  <a16:creationId xmlns:a16="http://schemas.microsoft.com/office/drawing/2014/main" id="{195E4523-8B7B-83CF-D537-9CD689B3A69D}"/>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Finish Order</a:t>
              </a:r>
              <a:endParaRPr lang="zh-TW" altLang="en-US" dirty="0"/>
            </a:p>
          </p:txBody>
        </p:sp>
      </p:grpSp>
      <p:sp>
        <p:nvSpPr>
          <p:cNvPr id="49" name="文字方塊 48">
            <a:extLst>
              <a:ext uri="{FF2B5EF4-FFF2-40B4-BE49-F238E27FC236}">
                <a16:creationId xmlns:a16="http://schemas.microsoft.com/office/drawing/2014/main" id="{BCD2ECF5-1588-BCAA-0D0F-47F9386A3BBE}"/>
              </a:ext>
            </a:extLst>
          </p:cNvPr>
          <p:cNvSpPr txBox="1"/>
          <p:nvPr/>
        </p:nvSpPr>
        <p:spPr>
          <a:xfrm>
            <a:off x="6160047" y="4118546"/>
            <a:ext cx="910102" cy="307777"/>
          </a:xfrm>
          <a:prstGeom prst="rect">
            <a:avLst/>
          </a:prstGeom>
          <a:noFill/>
        </p:spPr>
        <p:txBody>
          <a:bodyPr wrap="square" rtlCol="0">
            <a:spAutoFit/>
          </a:bodyPr>
          <a:lstStyle/>
          <a:p>
            <a:r>
              <a:rPr lang="en-US" altLang="zh-TW" dirty="0"/>
              <a:t>request</a:t>
            </a:r>
            <a:endParaRPr lang="zh-TW" altLang="en-US" dirty="0"/>
          </a:p>
        </p:txBody>
      </p:sp>
      <p:grpSp>
        <p:nvGrpSpPr>
          <p:cNvPr id="50" name="群組 49">
            <a:extLst>
              <a:ext uri="{FF2B5EF4-FFF2-40B4-BE49-F238E27FC236}">
                <a16:creationId xmlns:a16="http://schemas.microsoft.com/office/drawing/2014/main" id="{CFF39C89-8141-46C4-14DC-045F0088A082}"/>
              </a:ext>
            </a:extLst>
          </p:cNvPr>
          <p:cNvGrpSpPr/>
          <p:nvPr/>
        </p:nvGrpSpPr>
        <p:grpSpPr>
          <a:xfrm>
            <a:off x="5481779" y="2275029"/>
            <a:ext cx="1458706" cy="1049003"/>
            <a:chOff x="1755548" y="1746355"/>
            <a:chExt cx="1458706" cy="1049003"/>
          </a:xfrm>
        </p:grpSpPr>
        <p:sp>
          <p:nvSpPr>
            <p:cNvPr id="51" name="矩形 50">
              <a:extLst>
                <a:ext uri="{FF2B5EF4-FFF2-40B4-BE49-F238E27FC236}">
                  <a16:creationId xmlns:a16="http://schemas.microsoft.com/office/drawing/2014/main" id="{66CC4378-1B89-58FB-8B7C-9329DBCE855A}"/>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D0EACA98-8626-C54D-D11E-F026422DBAD1}"/>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53" name="群組 52">
            <a:extLst>
              <a:ext uri="{FF2B5EF4-FFF2-40B4-BE49-F238E27FC236}">
                <a16:creationId xmlns:a16="http://schemas.microsoft.com/office/drawing/2014/main" id="{FF5620E8-3E44-DF25-9D74-7690F5F3416D}"/>
              </a:ext>
            </a:extLst>
          </p:cNvPr>
          <p:cNvGrpSpPr/>
          <p:nvPr/>
        </p:nvGrpSpPr>
        <p:grpSpPr>
          <a:xfrm>
            <a:off x="5586721" y="2408306"/>
            <a:ext cx="1458706" cy="1049003"/>
            <a:chOff x="1755548" y="1746355"/>
            <a:chExt cx="1458706" cy="1049003"/>
          </a:xfrm>
        </p:grpSpPr>
        <p:sp>
          <p:nvSpPr>
            <p:cNvPr id="54" name="矩形 53">
              <a:extLst>
                <a:ext uri="{FF2B5EF4-FFF2-40B4-BE49-F238E27FC236}">
                  <a16:creationId xmlns:a16="http://schemas.microsoft.com/office/drawing/2014/main" id="{2201980D-9C09-A130-D336-05EB80146F0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a:extLst>
                <a:ext uri="{FF2B5EF4-FFF2-40B4-BE49-F238E27FC236}">
                  <a16:creationId xmlns:a16="http://schemas.microsoft.com/office/drawing/2014/main" id="{0840FE62-0C09-58BA-B8FD-4F6A067AF7D4}"/>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56" name="群組 55">
            <a:extLst>
              <a:ext uri="{FF2B5EF4-FFF2-40B4-BE49-F238E27FC236}">
                <a16:creationId xmlns:a16="http://schemas.microsoft.com/office/drawing/2014/main" id="{8BF3FA32-9D6F-1718-4059-79E02B7C76D2}"/>
              </a:ext>
            </a:extLst>
          </p:cNvPr>
          <p:cNvGrpSpPr/>
          <p:nvPr/>
        </p:nvGrpSpPr>
        <p:grpSpPr>
          <a:xfrm>
            <a:off x="5724981" y="2577723"/>
            <a:ext cx="1458706" cy="1049003"/>
            <a:chOff x="1755548" y="1746355"/>
            <a:chExt cx="1458706" cy="1049003"/>
          </a:xfrm>
        </p:grpSpPr>
        <p:sp>
          <p:nvSpPr>
            <p:cNvPr id="57" name="矩形 56">
              <a:extLst>
                <a:ext uri="{FF2B5EF4-FFF2-40B4-BE49-F238E27FC236}">
                  <a16:creationId xmlns:a16="http://schemas.microsoft.com/office/drawing/2014/main" id="{0B1F61A6-F753-5EC3-5F5E-36F908E9E4D0}"/>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文字方塊 57">
              <a:extLst>
                <a:ext uri="{FF2B5EF4-FFF2-40B4-BE49-F238E27FC236}">
                  <a16:creationId xmlns:a16="http://schemas.microsoft.com/office/drawing/2014/main" id="{696FD5D4-0EDB-932D-BCEA-0346B99B6875}"/>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Order List</a:t>
              </a:r>
              <a:endParaRPr lang="zh-TW" altLang="en-US" dirty="0"/>
            </a:p>
          </p:txBody>
        </p:sp>
      </p:grpSp>
    </p:spTree>
    <p:extLst>
      <p:ext uri="{BB962C8B-B14F-4D97-AF65-F5344CB8AC3E}">
        <p14:creationId xmlns:p14="http://schemas.microsoft.com/office/powerpoint/2010/main" val="322262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20AE2D0-0B69-0A5D-AA8B-89D233BA358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0074FF1A-FE8B-4839-525A-062FDCC7B3B6}"/>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dirty="0">
                <a:latin typeface="Microsoft JhengHei"/>
                <a:ea typeface="Microsoft JhengHei"/>
                <a:cs typeface="Microsoft JhengHei"/>
                <a:sym typeface="Microsoft JhengHei"/>
              </a:rPr>
              <a:t>軟體設計</a:t>
            </a:r>
            <a:endParaRPr dirty="0">
              <a:latin typeface="Microsoft JhengHei"/>
              <a:ea typeface="Microsoft JhengHei"/>
              <a:cs typeface="Microsoft JhengHei"/>
              <a:sym typeface="Microsoft JhengHei"/>
            </a:endParaRPr>
          </a:p>
        </p:txBody>
      </p:sp>
      <p:sp>
        <p:nvSpPr>
          <p:cNvPr id="3" name="矩形 2">
            <a:extLst>
              <a:ext uri="{FF2B5EF4-FFF2-40B4-BE49-F238E27FC236}">
                <a16:creationId xmlns:a16="http://schemas.microsoft.com/office/drawing/2014/main" id="{4583A365-BECB-E561-3BFC-3A718C0F0948}"/>
              </a:ext>
            </a:extLst>
          </p:cNvPr>
          <p:cNvSpPr/>
          <p:nvPr/>
        </p:nvSpPr>
        <p:spPr>
          <a:xfrm>
            <a:off x="1133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3F01D611-19B3-2ED4-143C-E834F9067C48}"/>
              </a:ext>
            </a:extLst>
          </p:cNvPr>
          <p:cNvSpPr/>
          <p:nvPr/>
        </p:nvSpPr>
        <p:spPr>
          <a:xfrm>
            <a:off x="3800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F6D2C4F4-8125-323D-DF14-190CA121B076}"/>
              </a:ext>
            </a:extLst>
          </p:cNvPr>
          <p:cNvSpPr/>
          <p:nvPr/>
        </p:nvSpPr>
        <p:spPr>
          <a:xfrm>
            <a:off x="6467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9F0F36DD-6063-5BC1-9440-564D1458F4FD}"/>
              </a:ext>
            </a:extLst>
          </p:cNvPr>
          <p:cNvSpPr/>
          <p:nvPr/>
        </p:nvSpPr>
        <p:spPr>
          <a:xfrm>
            <a:off x="9134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單箭頭接點 11">
            <a:extLst>
              <a:ext uri="{FF2B5EF4-FFF2-40B4-BE49-F238E27FC236}">
                <a16:creationId xmlns:a16="http://schemas.microsoft.com/office/drawing/2014/main" id="{4F5CAC78-EB56-65BC-0114-D39BC0467208}"/>
              </a:ext>
            </a:extLst>
          </p:cNvPr>
          <p:cNvCxnSpPr>
            <a:cxnSpLocks/>
          </p:cNvCxnSpPr>
          <p:nvPr/>
        </p:nvCxnSpPr>
        <p:spPr>
          <a:xfrm>
            <a:off x="2669309"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5B4345C7-FB45-AE04-1377-ABD0566B336F}"/>
              </a:ext>
            </a:extLst>
          </p:cNvPr>
          <p:cNvCxnSpPr>
            <a:cxnSpLocks/>
          </p:cNvCxnSpPr>
          <p:nvPr/>
        </p:nvCxnSpPr>
        <p:spPr>
          <a:xfrm>
            <a:off x="5324763"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8924D5F6-F20E-9B7A-E066-BB145937AF40}"/>
              </a:ext>
            </a:extLst>
          </p:cNvPr>
          <p:cNvCxnSpPr>
            <a:cxnSpLocks/>
          </p:cNvCxnSpPr>
          <p:nvPr/>
        </p:nvCxnSpPr>
        <p:spPr>
          <a:xfrm>
            <a:off x="7994073"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A622F9C1-6005-A992-A638-BFA167B5A922}"/>
              </a:ext>
            </a:extLst>
          </p:cNvPr>
          <p:cNvSpPr txBox="1"/>
          <p:nvPr/>
        </p:nvSpPr>
        <p:spPr>
          <a:xfrm>
            <a:off x="1231790" y="3121223"/>
            <a:ext cx="1253616" cy="307777"/>
          </a:xfrm>
          <a:prstGeom prst="rect">
            <a:avLst/>
          </a:prstGeom>
          <a:noFill/>
        </p:spPr>
        <p:txBody>
          <a:bodyPr wrap="square" rtlCol="0">
            <a:spAutoFit/>
          </a:bodyPr>
          <a:lstStyle/>
          <a:p>
            <a:r>
              <a:rPr lang="en-US" altLang="zh-TW" dirty="0" err="1"/>
              <a:t>order_send.c</a:t>
            </a:r>
            <a:endParaRPr lang="zh-TW" altLang="en-US" dirty="0"/>
          </a:p>
        </p:txBody>
      </p:sp>
      <p:sp>
        <p:nvSpPr>
          <p:cNvPr id="22" name="文字方塊 21">
            <a:extLst>
              <a:ext uri="{FF2B5EF4-FFF2-40B4-BE49-F238E27FC236}">
                <a16:creationId xmlns:a16="http://schemas.microsoft.com/office/drawing/2014/main" id="{EC8BC63B-2610-C1E1-74BF-3222B736DAA0}"/>
              </a:ext>
            </a:extLst>
          </p:cNvPr>
          <p:cNvSpPr txBox="1"/>
          <p:nvPr/>
        </p:nvSpPr>
        <p:spPr>
          <a:xfrm>
            <a:off x="3826601" y="3121220"/>
            <a:ext cx="1448626" cy="307777"/>
          </a:xfrm>
          <a:prstGeom prst="rect">
            <a:avLst/>
          </a:prstGeom>
          <a:noFill/>
        </p:spPr>
        <p:txBody>
          <a:bodyPr wrap="square" rtlCol="0">
            <a:spAutoFit/>
          </a:bodyPr>
          <a:lstStyle/>
          <a:p>
            <a:r>
              <a:rPr lang="en-US" altLang="zh-TW" dirty="0" err="1"/>
              <a:t>order_receive.c</a:t>
            </a:r>
            <a:endParaRPr lang="zh-TW" altLang="en-US" dirty="0"/>
          </a:p>
        </p:txBody>
      </p:sp>
      <p:sp>
        <p:nvSpPr>
          <p:cNvPr id="23" name="文字方塊 22">
            <a:extLst>
              <a:ext uri="{FF2B5EF4-FFF2-40B4-BE49-F238E27FC236}">
                <a16:creationId xmlns:a16="http://schemas.microsoft.com/office/drawing/2014/main" id="{5D1596F6-2983-9732-8DB4-E4AACB616226}"/>
              </a:ext>
            </a:extLst>
          </p:cNvPr>
          <p:cNvSpPr txBox="1"/>
          <p:nvPr/>
        </p:nvSpPr>
        <p:spPr>
          <a:xfrm>
            <a:off x="6760799" y="3121219"/>
            <a:ext cx="1253616" cy="307777"/>
          </a:xfrm>
          <a:prstGeom prst="rect">
            <a:avLst/>
          </a:prstGeom>
          <a:noFill/>
        </p:spPr>
        <p:txBody>
          <a:bodyPr wrap="square" rtlCol="0">
            <a:spAutoFit/>
          </a:bodyPr>
          <a:lstStyle/>
          <a:p>
            <a:r>
              <a:rPr lang="en-US" altLang="zh-TW" dirty="0" err="1"/>
              <a:t>kitchen.c</a:t>
            </a:r>
            <a:endParaRPr lang="zh-TW" altLang="en-US" dirty="0"/>
          </a:p>
        </p:txBody>
      </p:sp>
      <p:sp>
        <p:nvSpPr>
          <p:cNvPr id="25" name="文字方塊 24">
            <a:extLst>
              <a:ext uri="{FF2B5EF4-FFF2-40B4-BE49-F238E27FC236}">
                <a16:creationId xmlns:a16="http://schemas.microsoft.com/office/drawing/2014/main" id="{2276B1EE-EF81-C554-B172-EC11BB413480}"/>
              </a:ext>
            </a:extLst>
          </p:cNvPr>
          <p:cNvSpPr txBox="1"/>
          <p:nvPr/>
        </p:nvSpPr>
        <p:spPr>
          <a:xfrm>
            <a:off x="9627865" y="3121218"/>
            <a:ext cx="1253616" cy="307777"/>
          </a:xfrm>
          <a:prstGeom prst="rect">
            <a:avLst/>
          </a:prstGeom>
          <a:noFill/>
        </p:spPr>
        <p:txBody>
          <a:bodyPr wrap="square" rtlCol="0">
            <a:spAutoFit/>
          </a:bodyPr>
          <a:lstStyle/>
          <a:p>
            <a:r>
              <a:rPr lang="en-US" altLang="zh-TW" dirty="0" err="1"/>
              <a:t>gui.c</a:t>
            </a:r>
            <a:endParaRPr lang="zh-TW" altLang="en-US" dirty="0"/>
          </a:p>
        </p:txBody>
      </p:sp>
    </p:spTree>
    <p:extLst>
      <p:ext uri="{BB962C8B-B14F-4D97-AF65-F5344CB8AC3E}">
        <p14:creationId xmlns:p14="http://schemas.microsoft.com/office/powerpoint/2010/main" val="3888896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Arial"/>
                <a:ea typeface="Arial"/>
                <a:cs typeface="Arial"/>
                <a:sym typeface="Arial"/>
              </a:rPr>
              <a:t>結合上課所學</a:t>
            </a:r>
            <a:endParaRPr dirty="0">
              <a:latin typeface="Arial"/>
              <a:ea typeface="Arial"/>
              <a:cs typeface="Arial"/>
              <a:sym typeface="Arial"/>
            </a:endParaRPr>
          </a:p>
        </p:txBody>
      </p:sp>
      <p:sp>
        <p:nvSpPr>
          <p:cNvPr id="95" name="Google Shape;95;p5"/>
          <p:cNvSpPr txBox="1">
            <a:spLocks noGrp="1"/>
          </p:cNvSpPr>
          <p:nvPr>
            <p:ph type="body" idx="1"/>
          </p:nvPr>
        </p:nvSpPr>
        <p:spPr>
          <a:xfrm>
            <a:off x="1104293" y="1874166"/>
            <a:ext cx="8946541" cy="4195481"/>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1600"/>
              <a:buFont typeface="Wingdings" panose="05000000000000000000" pitchFamily="2" charset="2"/>
              <a:buChar char="l"/>
            </a:pPr>
            <a:r>
              <a:rPr lang="zh-TW" altLang="en-US" dirty="0"/>
              <a:t>同步處理機制：使用</a:t>
            </a:r>
            <a:r>
              <a:rPr lang="en-US" altLang="zh-TW" dirty="0"/>
              <a:t>semaphore</a:t>
            </a:r>
            <a:r>
              <a:rPr lang="zh-TW" altLang="en-US" dirty="0"/>
              <a:t>控制資料可用性，</a:t>
            </a:r>
            <a:r>
              <a:rPr lang="en-US" altLang="zh-TW" dirty="0"/>
              <a:t>mutex</a:t>
            </a:r>
            <a:r>
              <a:rPr lang="zh-TW" altLang="en-US" dirty="0"/>
              <a:t> 保護資料一致性。</a:t>
            </a:r>
            <a:endParaRPr lang="en-US" altLang="zh-TW" dirty="0"/>
          </a:p>
          <a:p>
            <a:pPr marL="285750" indent="-285750">
              <a:spcBef>
                <a:spcPts val="0"/>
              </a:spcBef>
              <a:buSzPts val="1600"/>
              <a:buFont typeface="Wingdings" panose="05000000000000000000" pitchFamily="2" charset="2"/>
              <a:buChar char="l"/>
            </a:pPr>
            <a:endParaRPr lang="en-US" altLang="zh-TW" dirty="0"/>
          </a:p>
          <a:p>
            <a:pPr marL="285750" indent="-285750">
              <a:spcBef>
                <a:spcPts val="0"/>
              </a:spcBef>
              <a:buSzPts val="1600"/>
              <a:buFont typeface="Wingdings" panose="05000000000000000000" pitchFamily="2" charset="2"/>
              <a:buChar char="l"/>
            </a:pPr>
            <a:r>
              <a:rPr lang="zh-TW" altLang="en-US" dirty="0"/>
              <a:t>多執行緒處理機制：使用</a:t>
            </a:r>
            <a:r>
              <a:rPr lang="en-US" altLang="zh-TW" dirty="0"/>
              <a:t>thread</a:t>
            </a:r>
            <a:r>
              <a:rPr lang="zh-TW" altLang="en-US" dirty="0"/>
              <a:t>分配任務給每個廚師</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動態記憶體管理：每筆訂單以</a:t>
            </a:r>
            <a:r>
              <a:rPr lang="en-US" altLang="zh-TW" dirty="0" err="1"/>
              <a:t>kmalloc</a:t>
            </a:r>
            <a:r>
              <a:rPr lang="en-US" altLang="zh-TW" dirty="0"/>
              <a:t>()</a:t>
            </a:r>
            <a:r>
              <a:rPr lang="zh-TW" altLang="en-US" dirty="0"/>
              <a:t>建立，</a:t>
            </a:r>
            <a:r>
              <a:rPr lang="en-US" altLang="zh-TW" dirty="0" err="1"/>
              <a:t>kfree</a:t>
            </a:r>
            <a:r>
              <a:rPr lang="en-US" altLang="zh-TW" dirty="0"/>
              <a:t>()</a:t>
            </a:r>
            <a:r>
              <a:rPr lang="zh-TW" altLang="en-US" dirty="0"/>
              <a:t>回收。</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外接顯示器：透過</a:t>
            </a:r>
            <a:r>
              <a:rPr lang="en-US" altLang="zh-TW" dirty="0"/>
              <a:t>GPIO</a:t>
            </a:r>
            <a:r>
              <a:rPr lang="zh-TW" altLang="en-US" dirty="0"/>
              <a:t>控制七段顯示器輸出當前完成訂單編號。</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1FDDC8B6-E249-74E9-AF24-FF77ABAB1562}"/>
            </a:ext>
          </a:extLst>
        </p:cNvPr>
        <p:cNvGrpSpPr/>
        <p:nvPr/>
      </p:nvGrpSpPr>
      <p:grpSpPr>
        <a:xfrm>
          <a:off x="0" y="0"/>
          <a:ext cx="0" cy="0"/>
          <a:chOff x="0" y="0"/>
          <a:chExt cx="0" cy="0"/>
        </a:xfrm>
      </p:grpSpPr>
      <p:sp>
        <p:nvSpPr>
          <p:cNvPr id="94" name="Google Shape;94;p5">
            <a:extLst>
              <a:ext uri="{FF2B5EF4-FFF2-40B4-BE49-F238E27FC236}">
                <a16:creationId xmlns:a16="http://schemas.microsoft.com/office/drawing/2014/main" id="{D9CB84FD-3903-96FD-887A-5CBFAB79C1CF}"/>
              </a:ext>
            </a:extLst>
          </p:cNvPr>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Arial"/>
                <a:ea typeface="Arial"/>
                <a:cs typeface="Arial"/>
                <a:sym typeface="Arial"/>
              </a:rPr>
              <a:t>實作時的困境</a:t>
            </a:r>
            <a:endParaRPr dirty="0">
              <a:latin typeface="Arial"/>
              <a:ea typeface="Arial"/>
              <a:cs typeface="Arial"/>
              <a:sym typeface="Arial"/>
            </a:endParaRPr>
          </a:p>
        </p:txBody>
      </p:sp>
      <p:sp>
        <p:nvSpPr>
          <p:cNvPr id="95" name="Google Shape;95;p5">
            <a:extLst>
              <a:ext uri="{FF2B5EF4-FFF2-40B4-BE49-F238E27FC236}">
                <a16:creationId xmlns:a16="http://schemas.microsoft.com/office/drawing/2014/main" id="{567EC6A4-8872-A4D5-66BC-9113614DECFA}"/>
              </a:ext>
            </a:extLst>
          </p:cNvPr>
          <p:cNvSpPr txBox="1">
            <a:spLocks noGrp="1"/>
          </p:cNvSpPr>
          <p:nvPr>
            <p:ph type="body" idx="1"/>
          </p:nvPr>
        </p:nvSpPr>
        <p:spPr>
          <a:xfrm>
            <a:off x="1104293" y="1874166"/>
            <a:ext cx="9046471" cy="4195481"/>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1600"/>
              <a:buFont typeface="Wingdings" panose="05000000000000000000" pitchFamily="2" charset="2"/>
              <a:buChar char="l"/>
            </a:pPr>
            <a:r>
              <a:rPr lang="zh-TW" altLang="en-US" dirty="0"/>
              <a:t>多個程式在互相傳遞資料時會有格式不匹配或是被其他程式阻塞的可能性，導致無法實現預期功能。</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若程式與城市之間存在依賴性</a:t>
            </a:r>
            <a:r>
              <a:rPr lang="en-US" altLang="zh-TW" dirty="0"/>
              <a:t>(</a:t>
            </a:r>
            <a:r>
              <a:rPr lang="en-US" altLang="zh-TW" dirty="0" err="1"/>
              <a:t>kitchen.c</a:t>
            </a:r>
            <a:r>
              <a:rPr lang="zh-TW" altLang="en-US" dirty="0"/>
              <a:t>需要用到</a:t>
            </a:r>
            <a:r>
              <a:rPr lang="en-US" altLang="zh-TW" dirty="0" err="1"/>
              <a:t>order_receive.c</a:t>
            </a:r>
            <a:r>
              <a:rPr lang="zh-TW" altLang="en-US" dirty="0"/>
              <a:t>定義的函數</a:t>
            </a:r>
            <a:r>
              <a:rPr lang="en-US" altLang="zh-TW" dirty="0"/>
              <a:t>)</a:t>
            </a:r>
            <a:r>
              <a:rPr lang="zh-TW" altLang="en-US" dirty="0"/>
              <a:t>，那在用</a:t>
            </a:r>
            <a:r>
              <a:rPr lang="en-US" altLang="zh-TW" dirty="0" err="1"/>
              <a:t>rmmod</a:t>
            </a:r>
            <a:r>
              <a:rPr lang="zh-TW" altLang="en-US" dirty="0"/>
              <a:t>移除模組時，若不依照正確順序移除就會卡住。</a:t>
            </a:r>
            <a:endParaRPr dirty="0"/>
          </a:p>
        </p:txBody>
      </p:sp>
    </p:spTree>
    <p:extLst>
      <p:ext uri="{BB962C8B-B14F-4D97-AF65-F5344CB8AC3E}">
        <p14:creationId xmlns:p14="http://schemas.microsoft.com/office/powerpoint/2010/main" val="4147889744"/>
      </p:ext>
    </p:extLst>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4112</TotalTime>
  <Words>381</Words>
  <Application>Microsoft Office PowerPoint</Application>
  <PresentationFormat>寬螢幕</PresentationFormat>
  <Paragraphs>173</Paragraphs>
  <Slides>11</Slides>
  <Notes>11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11</vt:i4>
      </vt:variant>
    </vt:vector>
  </HeadingPairs>
  <TitlesOfParts>
    <vt:vector size="19" baseType="lpstr">
      <vt:lpstr>微軟正黑體</vt:lpstr>
      <vt:lpstr>Merriweather</vt:lpstr>
      <vt:lpstr>Arial</vt:lpstr>
      <vt:lpstr>Roboto</vt:lpstr>
      <vt:lpstr>Century Gothic</vt:lpstr>
      <vt:lpstr>標楷體</vt:lpstr>
      <vt:lpstr>Wingdings</vt:lpstr>
      <vt:lpstr>Paradigm</vt:lpstr>
      <vt:lpstr>Supercooked-快速出單分配任務伺服器</vt:lpstr>
      <vt:lpstr>點單系統</vt:lpstr>
      <vt:lpstr>廚房系統</vt:lpstr>
      <vt:lpstr>GUI介面</vt:lpstr>
      <vt:lpstr>菜單</vt:lpstr>
      <vt:lpstr>硬體架構 (含I/O)</vt:lpstr>
      <vt:lpstr>order_receive.c</vt:lpstr>
      <vt:lpstr>kitchen.c</vt:lpstr>
      <vt:lpstr>軟體設計</vt:lpstr>
      <vt:lpstr>結合上課所學</vt:lpstr>
      <vt:lpstr>實作時的困境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黃育綸</dc:creator>
  <cp:lastModifiedBy>王睿讚</cp:lastModifiedBy>
  <cp:revision>11</cp:revision>
  <dcterms:created xsi:type="dcterms:W3CDTF">2023-05-23T07:35:49Z</dcterms:created>
  <dcterms:modified xsi:type="dcterms:W3CDTF">2025-05-18T13:18:33Z</dcterms:modified>
</cp:coreProperties>
</file>