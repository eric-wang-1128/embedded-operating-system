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56"/>
    <p:restoredTop sz="94726"/>
  </p:normalViewPr>
  <p:slideViewPr>
    <p:cSldViewPr snapToGrid="0">
      <p:cViewPr varScale="1">
        <p:scale>
          <a:sx n="104" d="100"/>
          <a:sy n="104" d="100"/>
        </p:scale>
        <p:origin x="10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24EB-7761-7EEF-0841-E4BDA207D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44800-5214-022C-CA6C-15DF30F7E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4D823-7851-45E4-198D-37538FA3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E1CC-084C-B1DA-25C2-311902DC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2E90B-B598-D4CE-3275-640BB3C0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0854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7784-6250-AD2A-FDA8-26A1E9C4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4119C-B079-1A9D-F693-1E08CBB85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DCDE6-1340-2699-100E-1DC07C1C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81EB8-437A-9F9E-AD4A-2E013531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C8D55-89D4-7323-32DD-409A6731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261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2F48-B7F9-3D98-B432-222E8993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8CAEF-3977-6391-43D3-E17E5A49D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64294-1133-DCAE-540A-5EAADC84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27869-EADC-684E-564F-B2678227F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3F8FB-A9A3-1D8D-FD1E-D5044FF0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7952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F2AD-11E9-DC11-F73D-39B21770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575D-BBCB-7485-D949-37D63E28D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F1E91-BC95-0F11-D2BC-DDD1A487E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AFBB9-0301-1E51-5D1C-7A1271C6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67D0B-A6B3-984D-878F-ABF636E2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D1FCF-4718-7762-0F0F-90E4EF1E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3787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6797-4AB0-F303-1B31-F7146C5C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5854B-8352-F566-185E-012C38A6C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02A3F-A2AC-864D-5A89-74BC250FC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F71BC-7A95-9756-4A24-C46FC122D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4E5A75-0EED-7385-8FBB-07B40E87E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4D6A6A-1E51-5360-1C9A-B55E7751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8A9D9-195D-6E40-06A8-857429A6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AFBDF9-7264-988E-7A50-F1AA837C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321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D889-286D-6C9F-F07B-9C912D70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4CCB2-372E-083B-1805-A1AB4819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11A00-9BD3-C194-3675-E8F26557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27427-3912-2A8C-9A38-E34C609F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130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E172E-157D-36A0-F923-237E482C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B20F3-C567-BFD9-4D44-B461F843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C3D21-25DC-F6AD-A618-CB8BAE18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66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6746E-FECB-ED43-64FB-15943B1C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AD78-C70E-F5A6-18E6-9AF779EC3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7B116-09E7-A042-FA53-77F47C359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E36D4-4C97-1EB8-889D-B4E21361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E10B1-D18B-F6D4-CABF-6041D7BF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06C2-A0EE-B828-529C-6591AFE2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3153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EA1A-D2CD-823D-A814-AEA284AE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A6901-F785-1316-1902-06A38A3A1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13B9C-7C55-72DC-76CE-D302E25C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234A9-6C65-B76B-9C95-6CD86633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AAF0A-58E9-D95D-4E99-866E1FC2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FD477-1C15-963E-4CBB-ADC08E0A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2718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B93E-3F38-AFC4-48B3-0D18E7E0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6FFF3-A42E-B437-5DB9-160F2638F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E62C0-1570-82D1-F184-9B7CA810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F1C03-A032-75BC-C5F7-C9342735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5A107-EEFE-D786-4A2A-A57C0141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4051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93651-C475-F442-5616-0C64214B0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A709A-066B-A07A-9ED0-6C465A662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266D8-0B5C-5C27-7DD8-C471F316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951E-3B55-E490-154E-4B4B08DA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7D4B4-BF56-A59E-51D0-D9AF01AC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9357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46699-05C8-0F74-0951-6D7E0882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46EA7-045A-33A2-29B1-6CBC00B1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039E-5C3B-FEAC-6C9A-C7B78C643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2B4BE-7BE6-D240-83D2-95C641B3CC7F}" type="datetimeFigureOut">
              <a:rPr lang="en-TW" smtClean="0"/>
              <a:t>03/05/2025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417C9-958C-5E3F-1EE5-96FFA53B6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8B5D-509F-4714-909E-6022797D9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1A8C6-96A1-8B42-9E22-9B813C83AEE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9385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BA71BE-866B-6D36-6C04-2D08987C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真實情境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26" name="Picture 2" descr="miniu 真空海綿座墊組裝教學">
            <a:extLst>
              <a:ext uri="{FF2B5EF4-FFF2-40B4-BE49-F238E27FC236}">
                <a16:creationId xmlns:a16="http://schemas.microsoft.com/office/drawing/2014/main" id="{3DAC21E8-6198-F3B3-DC72-54A77DEDA6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726" y="3828798"/>
            <a:ext cx="2489705" cy="248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129978C8-B3D6-B7E4-85D4-E3469B2537E7}"/>
              </a:ext>
            </a:extLst>
          </p:cNvPr>
          <p:cNvSpPr/>
          <p:nvPr/>
        </p:nvSpPr>
        <p:spPr>
          <a:xfrm>
            <a:off x="2370933" y="4558000"/>
            <a:ext cx="1305140" cy="12007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坐墊夾">
            <a:extLst>
              <a:ext uri="{FF2B5EF4-FFF2-40B4-BE49-F238E27FC236}">
                <a16:creationId xmlns:a16="http://schemas.microsoft.com/office/drawing/2014/main" id="{AF817066-21C6-BD60-6CDE-3DCAB4911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05826"/>
            <a:ext cx="2712677" cy="271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EB9A3732-7522-CF6F-14C8-C6AE5F6B2FC6}"/>
              </a:ext>
            </a:extLst>
          </p:cNvPr>
          <p:cNvSpPr/>
          <p:nvPr/>
        </p:nvSpPr>
        <p:spPr>
          <a:xfrm>
            <a:off x="6894948" y="4588091"/>
            <a:ext cx="743525" cy="7481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8C8A778-0B54-4D8B-85C8-43036CF0C6BB}"/>
              </a:ext>
            </a:extLst>
          </p:cNvPr>
          <p:cNvSpPr txBox="1"/>
          <p:nvPr/>
        </p:nvSpPr>
        <p:spPr>
          <a:xfrm>
            <a:off x="1089891" y="1690688"/>
            <a:ext cx="9892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許多腳踏車使用者經常遇到坐墊夾鬆脫的問題，導致騎行時坐墊移位，影響舒適性與安全性。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常見於長時間使用後的腳踏車、騎乘顛簸路面，或夾具設計不佳的車款。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對於通勤族、運動騎行者與休閒騎行者來說，這是一個非常影響騎乘的問題。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9844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7CF41B-895E-0E2A-CDEE-BF688124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問題分析（人事時地物）</a:t>
            </a:r>
            <a:br>
              <a:rPr lang="zh-TW" altLang="en-US" sz="3600" b="1" dirty="0"/>
            </a:br>
            <a:endParaRPr lang="zh-TW" altLang="en-US" sz="3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8BE117A-D7A8-DF0E-C8AC-22644FF28F69}"/>
              </a:ext>
            </a:extLst>
          </p:cNvPr>
          <p:cNvSpPr txBox="1"/>
          <p:nvPr/>
        </p:nvSpPr>
        <p:spPr>
          <a:xfrm>
            <a:off x="1025236" y="1690687"/>
            <a:ext cx="8728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人：騎行者（自行車通勤族、長途騎行者、休閒騎乘者）。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事：坐墊夾因震動、磨損或鎖固力不足而鬆動，導致坐墊前後或左右移動。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時：長時間使用後、顛簸地形騎行時、未定期檢查與維護時。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地：城市道路、山地車道、坑洞較多的路段。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物：傳統夾具設計（如快拆式、六角鎖固式），可能無法提供長期穩定性。</a:t>
            </a:r>
          </a:p>
        </p:txBody>
      </p:sp>
    </p:spTree>
    <p:extLst>
      <p:ext uri="{BB962C8B-B14F-4D97-AF65-F5344CB8AC3E}">
        <p14:creationId xmlns:p14="http://schemas.microsoft.com/office/powerpoint/2010/main" val="2674643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335DBE-5BBA-7EA2-BB5D-0F02118C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 問題定義</a:t>
            </a:r>
            <a:endParaRPr lang="zh-TW" altLang="en-US" sz="3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298850-10CF-E008-4A9C-1557D1E4A3C6}"/>
              </a:ext>
            </a:extLst>
          </p:cNvPr>
          <p:cNvSpPr txBox="1"/>
          <p:nvPr/>
        </p:nvSpPr>
        <p:spPr>
          <a:xfrm>
            <a:off x="1099127" y="1832875"/>
            <a:ext cx="102546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摩擦力不足：金屬或塑膠夾具隨著時間推移，可能因材料磨損或滑動導致鎖固力下降。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鎖固結構設計問題：部分快拆式夾具容易因震動而鬆脫。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使用者未定期檢查，導致夾具在鬆脫初期未被發現。</a:t>
            </a:r>
          </a:p>
        </p:txBody>
      </p:sp>
    </p:spTree>
    <p:extLst>
      <p:ext uri="{BB962C8B-B14F-4D97-AF65-F5344CB8AC3E}">
        <p14:creationId xmlns:p14="http://schemas.microsoft.com/office/powerpoint/2010/main" val="369028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D76D4-0D9E-26CF-1F29-A466DB0D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zh-TW" altLang="en-US" dirty="0"/>
              <a:t>  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嵌入式系統的應用場景</a:t>
            </a:r>
            <a:br>
              <a:rPr lang="zh-TW" altLang="en-US" b="1" dirty="0"/>
            </a:b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B03847-C21F-E730-A30D-1ECEAB3185EC}"/>
              </a:ext>
            </a:extLst>
          </p:cNvPr>
          <p:cNvSpPr txBox="1"/>
          <p:nvPr/>
        </p:nvSpPr>
        <p:spPr>
          <a:xfrm>
            <a:off x="1117599" y="1990544"/>
            <a:ext cx="1023620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設計一個能夠感測與記錄鎖固壓力的嵌入式模組。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指示燈或聲音提示警告使用者。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參考資料：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https://ir.lib.cyut.edu.tw/bitstream/310901800/25934/1/099CYUT5038008-001.pdf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9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299</Words>
  <Application>Microsoft Office PowerPoint</Application>
  <PresentationFormat>寬螢幕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標楷體</vt:lpstr>
      <vt:lpstr>Aptos</vt:lpstr>
      <vt:lpstr>Aptos Display</vt:lpstr>
      <vt:lpstr>Arial</vt:lpstr>
      <vt:lpstr>Times New Roman</vt:lpstr>
      <vt:lpstr>Office Theme</vt:lpstr>
      <vt:lpstr> 真實情境</vt:lpstr>
      <vt:lpstr>  問題分析（人事時地物） </vt:lpstr>
      <vt:lpstr> 問題定義</vt:lpstr>
      <vt:lpstr>   嵌入式系統的應用場景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黃育綸</dc:creator>
  <cp:lastModifiedBy>王睿讚</cp:lastModifiedBy>
  <cp:revision>5</cp:revision>
  <dcterms:created xsi:type="dcterms:W3CDTF">2025-02-25T03:15:23Z</dcterms:created>
  <dcterms:modified xsi:type="dcterms:W3CDTF">2025-03-05T16:14:38Z</dcterms:modified>
</cp:coreProperties>
</file>